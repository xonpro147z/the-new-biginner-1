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52" r:id="rId2"/>
    <p:sldId id="353" r:id="rId3"/>
    <p:sldId id="354" r:id="rId4"/>
    <p:sldId id="355" r:id="rId5"/>
    <p:sldId id="356" r:id="rId6"/>
    <p:sldId id="357" r:id="rId7"/>
    <p:sldId id="363" r:id="rId8"/>
    <p:sldId id="364" r:id="rId9"/>
    <p:sldId id="365" r:id="rId10"/>
    <p:sldId id="366" r:id="rId11"/>
    <p:sldId id="367" r:id="rId12"/>
    <p:sldId id="358" r:id="rId13"/>
    <p:sldId id="359" r:id="rId14"/>
    <p:sldId id="360" r:id="rId15"/>
    <p:sldId id="361" r:id="rId16"/>
    <p:sldId id="362" r:id="rId1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980" autoAdjust="0"/>
  </p:normalViewPr>
  <p:slideViewPr>
    <p:cSldViewPr snapToGrid="0">
      <p:cViewPr>
        <p:scale>
          <a:sx n="66" d="100"/>
          <a:sy n="66" d="100"/>
        </p:scale>
        <p:origin x="1330"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70E4C-2C7D-4395-AB56-2CFD9AF68C1C}" type="datetimeFigureOut">
              <a:rPr lang="vi-VN" smtClean="0"/>
              <a:t>26/07/2025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61F055-A237-4688-8E61-7858EED411F2}" type="slidenum">
              <a:rPr lang="vi-VN" smtClean="0"/>
              <a:t>‹#›</a:t>
            </a:fld>
            <a:endParaRPr lang="vi-VN"/>
          </a:p>
        </p:txBody>
      </p:sp>
    </p:spTree>
    <p:extLst>
      <p:ext uri="{BB962C8B-B14F-4D97-AF65-F5344CB8AC3E}">
        <p14:creationId xmlns:p14="http://schemas.microsoft.com/office/powerpoint/2010/main" val="1420361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KỸ THUẬT XỬ LÍ TỆP NÂNG CAO</a:t>
            </a:r>
          </a:p>
        </p:txBody>
      </p:sp>
      <p:sp>
        <p:nvSpPr>
          <p:cNvPr id="4" name="Slide Number Placeholder 3"/>
          <p:cNvSpPr>
            <a:spLocks noGrp="1"/>
          </p:cNvSpPr>
          <p:nvPr>
            <p:ph type="sldNum" sz="quarter" idx="5"/>
          </p:nvPr>
        </p:nvSpPr>
        <p:spPr/>
        <p:txBody>
          <a:bodyPr/>
          <a:lstStyle/>
          <a:p>
            <a:fld id="{9861F055-A237-4688-8E61-7858EED411F2}" type="slidenum">
              <a:rPr lang="vi-VN" smtClean="0"/>
              <a:t>1</a:t>
            </a:fld>
            <a:endParaRPr lang="vi-VN"/>
          </a:p>
        </p:txBody>
      </p:sp>
    </p:spTree>
    <p:extLst>
      <p:ext uri="{BB962C8B-B14F-4D97-AF65-F5344CB8AC3E}">
        <p14:creationId xmlns:p14="http://schemas.microsoft.com/office/powerpoint/2010/main" val="3062208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Liệt kê và mô tả các kỹ thuật xử lý tệp nâng cao trong Python.</a:t>
            </a:r>
          </a:p>
          <a:p>
            <a:r>
              <a:rPr lang="vi-VN" dirty="0"/>
              <a:t>Giải thích cách dùng </a:t>
            </a:r>
            <a:r>
              <a:rPr lang="vi-VN" b="1" dirty="0"/>
              <a:t>context managers</a:t>
            </a:r>
            <a:r>
              <a:rPr lang="vi-VN" dirty="0"/>
              <a:t>.</a:t>
            </a:r>
          </a:p>
          <a:p>
            <a:r>
              <a:rPr lang="vi-VN" dirty="0"/>
              <a:t>Giải thích cách dùng </a:t>
            </a:r>
            <a:r>
              <a:rPr lang="vi-VN" b="1" dirty="0"/>
              <a:t>decorators</a:t>
            </a:r>
            <a:r>
              <a:rPr lang="vi-VN" dirty="0"/>
              <a:t>.</a:t>
            </a:r>
          </a:p>
          <a:p>
            <a:r>
              <a:rPr lang="vi-VN" dirty="0"/>
              <a:t>Giải thích cách sử dụng </a:t>
            </a:r>
            <a:r>
              <a:rPr lang="vi-VN" b="1" dirty="0"/>
              <a:t>câu lệnh with</a:t>
            </a:r>
            <a:r>
              <a:rPr lang="vi-VN" dirty="0"/>
              <a:t> để xử lý tệp hiệu quả.</a:t>
            </a:r>
          </a:p>
        </p:txBody>
      </p:sp>
      <p:sp>
        <p:nvSpPr>
          <p:cNvPr id="4" name="Slide Number Placeholder 3"/>
          <p:cNvSpPr>
            <a:spLocks noGrp="1"/>
          </p:cNvSpPr>
          <p:nvPr>
            <p:ph type="sldNum" sz="quarter" idx="5"/>
          </p:nvPr>
        </p:nvSpPr>
        <p:spPr/>
        <p:txBody>
          <a:bodyPr/>
          <a:lstStyle/>
          <a:p>
            <a:fld id="{9861F055-A237-4688-8E61-7858EED411F2}" type="slidenum">
              <a:rPr lang="vi-VN" smtClean="0"/>
              <a:t>2</a:t>
            </a:fld>
            <a:endParaRPr lang="vi-VN"/>
          </a:p>
        </p:txBody>
      </p:sp>
    </p:spTree>
    <p:extLst>
      <p:ext uri="{BB962C8B-B14F-4D97-AF65-F5344CB8AC3E}">
        <p14:creationId xmlns:p14="http://schemas.microsoft.com/office/powerpoint/2010/main" val="4269115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Sau đây là những tình huống mà các kỹ thuật xử lý tệp nâng cao trong Python đã chứng minh được giá trị của chúng</a:t>
            </a:r>
          </a:p>
          <a:p>
            <a:pPr marL="171450" indent="-171450">
              <a:buFont typeface="Arial" panose="020B0604020202020204" pitchFamily="34" charset="0"/>
              <a:buChar char="•"/>
            </a:pPr>
            <a:r>
              <a:rPr lang="vi-VN" dirty="0"/>
              <a:t>Xử lý tệp lớn.</a:t>
            </a:r>
          </a:p>
          <a:p>
            <a:pPr marL="171450" indent="-171450">
              <a:buFont typeface="Arial" panose="020B0604020202020204" pitchFamily="34" charset="0"/>
              <a:buChar char="•"/>
            </a:pPr>
            <a:r>
              <a:rPr lang="vi-VN" dirty="0"/>
              <a:t>Xử lý tệp nhị phân.</a:t>
            </a:r>
          </a:p>
          <a:p>
            <a:pPr marL="171450" indent="-171450">
              <a:buFont typeface="Arial" panose="020B0604020202020204" pitchFamily="34" charset="0"/>
              <a:buChar char="•"/>
            </a:pPr>
            <a:r>
              <a:rPr lang="vi-VN" dirty="0"/>
              <a:t>Khóa tệp (file locking).</a:t>
            </a:r>
          </a:p>
          <a:p>
            <a:pPr marL="171450" indent="-171450">
              <a:buFont typeface="Arial" panose="020B0604020202020204" pitchFamily="34" charset="0"/>
              <a:buChar char="•"/>
            </a:pPr>
            <a:r>
              <a:rPr lang="vi-VN" dirty="0"/>
              <a:t>Quản lý ngữ cảnh (context managers).</a:t>
            </a:r>
          </a:p>
          <a:p>
            <a:pPr marL="171450" indent="-171450">
              <a:buFont typeface="Arial" panose="020B0604020202020204" pitchFamily="34" charset="0"/>
              <a:buChar char="•"/>
            </a:pPr>
            <a:r>
              <a:rPr lang="vi-VN" dirty="0"/>
              <a:t>Xử lý các định dạng dữ liệu như CSV, JSON.</a:t>
            </a:r>
          </a:p>
          <a:p>
            <a:pPr marL="171450" indent="-171450">
              <a:buFont typeface="Arial" panose="020B0604020202020204" pitchFamily="34" charset="0"/>
              <a:buChar char="•"/>
            </a:pPr>
            <a:r>
              <a:rPr lang="vi-VN" dirty="0"/>
              <a:t>Thao tác tệp trong bộ nhớ.</a:t>
            </a:r>
          </a:p>
          <a:p>
            <a:pPr marL="171450" indent="-171450">
              <a:buFont typeface="Arial" panose="020B0604020202020204" pitchFamily="34" charset="0"/>
              <a:buChar char="•"/>
            </a:pPr>
            <a:r>
              <a:rPr lang="vi-VN" dirty="0"/>
              <a:t>Xử lý tệp tạm thời.</a:t>
            </a:r>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3</a:t>
            </a:fld>
            <a:endParaRPr lang="vi-VN"/>
          </a:p>
        </p:txBody>
      </p:sp>
    </p:spTree>
    <p:extLst>
      <p:ext uri="{BB962C8B-B14F-4D97-AF65-F5344CB8AC3E}">
        <p14:creationId xmlns:p14="http://schemas.microsoft.com/office/powerpoint/2010/main" val="1517627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Lợi ích của các kỹ thuật xử lý tệp nâng cao</a:t>
            </a:r>
          </a:p>
          <a:p>
            <a:endParaRPr lang="vi-VN" dirty="0"/>
          </a:p>
          <a:p>
            <a:pPr marL="171450" indent="-171450">
              <a:buFont typeface="Arial" panose="020B0604020202020204" pitchFamily="34" charset="0"/>
              <a:buChar char="•"/>
            </a:pPr>
            <a:r>
              <a:rPr lang="vi-VN" b="1" dirty="0"/>
              <a:t>Tối ưu hiệu năng.</a:t>
            </a:r>
          </a:p>
          <a:p>
            <a:pPr marL="171450" indent="-171450">
              <a:buFont typeface="Arial" panose="020B0604020202020204" pitchFamily="34" charset="0"/>
              <a:buChar char="•"/>
            </a:pPr>
            <a:r>
              <a:rPr lang="vi-VN" b="1" dirty="0"/>
              <a:t>Đảm bảo bảo mật dữ liệu.</a:t>
            </a:r>
          </a:p>
          <a:p>
            <a:pPr marL="171450" indent="-171450">
              <a:buFont typeface="Arial" panose="020B0604020202020204" pitchFamily="34" charset="0"/>
              <a:buChar char="•"/>
            </a:pPr>
            <a:r>
              <a:rPr lang="vi-VN" b="1" dirty="0"/>
              <a:t>Tăng độ ổn định và độ tin cậy.</a:t>
            </a:r>
          </a:p>
          <a:p>
            <a:pPr marL="171450" indent="-171450">
              <a:buFont typeface="Arial" panose="020B0604020202020204" pitchFamily="34" charset="0"/>
              <a:buChar char="•"/>
            </a:pPr>
            <a:r>
              <a:rPr lang="vi-VN" b="1" dirty="0"/>
              <a:t>Hỗ trợ mở rộng hệ thống.</a:t>
            </a:r>
          </a:p>
          <a:p>
            <a:pPr marL="171450" indent="-171450">
              <a:buFont typeface="Arial" panose="020B0604020202020204" pitchFamily="34" charset="0"/>
              <a:buChar char="•"/>
            </a:pPr>
            <a:r>
              <a:rPr lang="vi-VN" b="1" dirty="0"/>
              <a:t>Đơn giản hóa mã nguồn.</a:t>
            </a:r>
          </a:p>
          <a:p>
            <a:pPr marL="171450" indent="-171450">
              <a:buFont typeface="Arial" panose="020B0604020202020204" pitchFamily="34" charset="0"/>
              <a:buChar char="•"/>
            </a:pPr>
            <a:r>
              <a:rPr lang="vi-VN" b="1" dirty="0"/>
              <a:t>Mang lại sự linh hoạt cao trong lập trình.</a:t>
            </a:r>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4</a:t>
            </a:fld>
            <a:endParaRPr lang="vi-VN"/>
          </a:p>
        </p:txBody>
      </p:sp>
    </p:spTree>
    <p:extLst>
      <p:ext uri="{BB962C8B-B14F-4D97-AF65-F5344CB8AC3E}">
        <p14:creationId xmlns:p14="http://schemas.microsoft.com/office/powerpoint/2010/main" val="1934677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Quản lí ngữ cảnh</a:t>
            </a:r>
          </a:p>
          <a:p>
            <a:r>
              <a:rPr lang="vi-VN" b="1" dirty="0"/>
              <a:t>Context Manager</a:t>
            </a:r>
            <a:r>
              <a:rPr lang="vi-VN" dirty="0"/>
              <a:t> là cấu trúc lập trình giúp quản lý tài nguyên (ví dụ: file, kết nối mạng) một cách an toàn và hiệu quả.</a:t>
            </a:r>
          </a:p>
          <a:p>
            <a:r>
              <a:rPr lang="vi-VN" dirty="0"/>
              <a:t>Sử dụng cùng với câu lệnh with.</a:t>
            </a:r>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5</a:t>
            </a:fld>
            <a:endParaRPr lang="vi-VN"/>
          </a:p>
        </p:txBody>
      </p:sp>
    </p:spTree>
    <p:extLst>
      <p:ext uri="{BB962C8B-B14F-4D97-AF65-F5344CB8AC3E}">
        <p14:creationId xmlns:p14="http://schemas.microsoft.com/office/powerpoint/2010/main" val="3596687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2 cách tạo context manager tùy chỉnh:</a:t>
            </a:r>
          </a:p>
          <a:p>
            <a:r>
              <a:rPr lang="vi-VN" b="1" dirty="0"/>
              <a:t>Dùng lớp (Class)</a:t>
            </a:r>
            <a:r>
              <a:rPr lang="vi-VN" dirty="0"/>
              <a:t>: Viết các phương thức __enter__() và __exit__().</a:t>
            </a:r>
          </a:p>
          <a:p>
            <a:r>
              <a:rPr lang="vi-VN" b="1" dirty="0"/>
              <a:t>Dùng Generator</a:t>
            </a:r>
            <a:r>
              <a:rPr lang="vi-VN" dirty="0"/>
              <a:t>: Dùng decorator @contextlib.contextmanager.</a:t>
            </a:r>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6</a:t>
            </a:fld>
            <a:endParaRPr lang="vi-VN"/>
          </a:p>
        </p:txBody>
      </p:sp>
    </p:spTree>
    <p:extLst>
      <p:ext uri="{BB962C8B-B14F-4D97-AF65-F5344CB8AC3E}">
        <p14:creationId xmlns:p14="http://schemas.microsoft.com/office/powerpoint/2010/main" val="2702067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B055D-C712-5788-2AB2-1C15E0013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7765E-8CDA-6862-E888-24D176D7F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2377D-9476-1301-ABC3-ABC103C1C3DC}"/>
              </a:ext>
            </a:extLst>
          </p:cNvPr>
          <p:cNvSpPr>
            <a:spLocks noGrp="1"/>
          </p:cNvSpPr>
          <p:nvPr>
            <p:ph type="body" idx="1"/>
          </p:nvPr>
        </p:nvSpPr>
        <p:spPr/>
        <p:txBody>
          <a:bodyPr/>
          <a:lstStyle/>
          <a:p>
            <a:r>
              <a:rPr lang="vi-VN" dirty="0"/>
              <a:t>Có 2 cách tạo context manager tùy chỉnh:</a:t>
            </a:r>
          </a:p>
          <a:p>
            <a:r>
              <a:rPr lang="vi-VN" b="1" dirty="0"/>
              <a:t>Dùng lớp (Class)</a:t>
            </a:r>
            <a:r>
              <a:rPr lang="vi-VN" dirty="0"/>
              <a:t>: Viết các phương thức __enter__() và __exit__().</a:t>
            </a:r>
          </a:p>
          <a:p>
            <a:r>
              <a:rPr lang="vi-VN" b="1" dirty="0"/>
              <a:t>Dùng Generator</a:t>
            </a:r>
            <a:r>
              <a:rPr lang="vi-VN" dirty="0"/>
              <a:t>: Dùng decorator @contextlib.contextmanager.</a:t>
            </a:r>
          </a:p>
          <a:p>
            <a:endParaRPr lang="vi-VN" dirty="0"/>
          </a:p>
        </p:txBody>
      </p:sp>
      <p:sp>
        <p:nvSpPr>
          <p:cNvPr id="4" name="Slide Number Placeholder 3">
            <a:extLst>
              <a:ext uri="{FF2B5EF4-FFF2-40B4-BE49-F238E27FC236}">
                <a16:creationId xmlns:a16="http://schemas.microsoft.com/office/drawing/2014/main" id="{CFC69073-96F9-618D-23D3-683086AA95F7}"/>
              </a:ext>
            </a:extLst>
          </p:cNvPr>
          <p:cNvSpPr>
            <a:spLocks noGrp="1"/>
          </p:cNvSpPr>
          <p:nvPr>
            <p:ph type="sldNum" sz="quarter" idx="5"/>
          </p:nvPr>
        </p:nvSpPr>
        <p:spPr/>
        <p:txBody>
          <a:bodyPr/>
          <a:lstStyle/>
          <a:p>
            <a:fld id="{9861F055-A237-4688-8E61-7858EED411F2}" type="slidenum">
              <a:rPr lang="vi-VN" smtClean="0"/>
              <a:t>7</a:t>
            </a:fld>
            <a:endParaRPr lang="vi-VN"/>
          </a:p>
        </p:txBody>
      </p:sp>
    </p:spTree>
    <p:extLst>
      <p:ext uri="{BB962C8B-B14F-4D97-AF65-F5344CB8AC3E}">
        <p14:creationId xmlns:p14="http://schemas.microsoft.com/office/powerpoint/2010/main" val="3624582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6BBB-2FB6-72F9-D9AD-9943A9BBF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ADE3D-CF5D-2939-94AB-68E8CBAE02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A202A-22B9-9DFC-AE03-E374DF584E99}"/>
              </a:ext>
            </a:extLst>
          </p:cNvPr>
          <p:cNvSpPr>
            <a:spLocks noGrp="1"/>
          </p:cNvSpPr>
          <p:nvPr>
            <p:ph type="body" idx="1"/>
          </p:nvPr>
        </p:nvSpPr>
        <p:spPr/>
        <p:txBody>
          <a:bodyPr/>
          <a:lstStyle/>
          <a:p>
            <a:r>
              <a:rPr lang="vi-VN" dirty="0"/>
              <a:t>Có 2 cách tạo context manager tùy chỉnh:</a:t>
            </a:r>
          </a:p>
          <a:p>
            <a:r>
              <a:rPr lang="vi-VN" b="1" dirty="0"/>
              <a:t>Dùng lớp (Class)</a:t>
            </a:r>
            <a:r>
              <a:rPr lang="vi-VN" dirty="0"/>
              <a:t>: Viết các phương thức __enter__() và __exit__().</a:t>
            </a:r>
          </a:p>
          <a:p>
            <a:r>
              <a:rPr lang="vi-VN" b="1" dirty="0"/>
              <a:t>Dùng Generator</a:t>
            </a:r>
            <a:r>
              <a:rPr lang="vi-VN" dirty="0"/>
              <a:t>: Dùng decorator @contextlib.contextmanager.</a:t>
            </a:r>
          </a:p>
          <a:p>
            <a:endParaRPr lang="vi-VN" dirty="0"/>
          </a:p>
        </p:txBody>
      </p:sp>
      <p:sp>
        <p:nvSpPr>
          <p:cNvPr id="4" name="Slide Number Placeholder 3">
            <a:extLst>
              <a:ext uri="{FF2B5EF4-FFF2-40B4-BE49-F238E27FC236}">
                <a16:creationId xmlns:a16="http://schemas.microsoft.com/office/drawing/2014/main" id="{FC00E52C-1B9E-03AB-29F1-9672CCE45346}"/>
              </a:ext>
            </a:extLst>
          </p:cNvPr>
          <p:cNvSpPr>
            <a:spLocks noGrp="1"/>
          </p:cNvSpPr>
          <p:nvPr>
            <p:ph type="sldNum" sz="quarter" idx="5"/>
          </p:nvPr>
        </p:nvSpPr>
        <p:spPr/>
        <p:txBody>
          <a:bodyPr/>
          <a:lstStyle/>
          <a:p>
            <a:fld id="{9861F055-A237-4688-8E61-7858EED411F2}" type="slidenum">
              <a:rPr lang="vi-VN" smtClean="0"/>
              <a:t>8</a:t>
            </a:fld>
            <a:endParaRPr lang="vi-VN"/>
          </a:p>
        </p:txBody>
      </p:sp>
    </p:spTree>
    <p:extLst>
      <p:ext uri="{BB962C8B-B14F-4D97-AF65-F5344CB8AC3E}">
        <p14:creationId xmlns:p14="http://schemas.microsoft.com/office/powerpoint/2010/main" val="3483589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83367-6B4A-B4B5-62A5-786C4EB1B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E8BBA-6BF9-B317-2543-E35A4187A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8602D-F16B-70D1-6908-2792B7EE273E}"/>
              </a:ext>
            </a:extLst>
          </p:cNvPr>
          <p:cNvSpPr>
            <a:spLocks noGrp="1"/>
          </p:cNvSpPr>
          <p:nvPr>
            <p:ph type="body" idx="1"/>
          </p:nvPr>
        </p:nvSpPr>
        <p:spPr/>
        <p:txBody>
          <a:bodyPr/>
          <a:lstStyle/>
          <a:p>
            <a:r>
              <a:rPr lang="vi-VN" dirty="0"/>
              <a:t>Có 2 cách tạo context manager tùy chỉnh:</a:t>
            </a:r>
          </a:p>
          <a:p>
            <a:r>
              <a:rPr lang="vi-VN" b="1" dirty="0"/>
              <a:t>Dùng lớp (Class)</a:t>
            </a:r>
            <a:r>
              <a:rPr lang="vi-VN" dirty="0"/>
              <a:t>: Viết các phương thức __enter__() và __exit__().</a:t>
            </a:r>
          </a:p>
          <a:p>
            <a:r>
              <a:rPr lang="vi-VN" b="1" dirty="0"/>
              <a:t>Dùng Generator</a:t>
            </a:r>
            <a:r>
              <a:rPr lang="vi-VN" dirty="0"/>
              <a:t>: Dùng decorator @contextlib.contextmanager.</a:t>
            </a:r>
          </a:p>
          <a:p>
            <a:endParaRPr lang="vi-VN" dirty="0"/>
          </a:p>
        </p:txBody>
      </p:sp>
      <p:sp>
        <p:nvSpPr>
          <p:cNvPr id="4" name="Slide Number Placeholder 3">
            <a:extLst>
              <a:ext uri="{FF2B5EF4-FFF2-40B4-BE49-F238E27FC236}">
                <a16:creationId xmlns:a16="http://schemas.microsoft.com/office/drawing/2014/main" id="{DE101823-9930-BFC8-5EC2-F44092041BAF}"/>
              </a:ext>
            </a:extLst>
          </p:cNvPr>
          <p:cNvSpPr>
            <a:spLocks noGrp="1"/>
          </p:cNvSpPr>
          <p:nvPr>
            <p:ph type="sldNum" sz="quarter" idx="5"/>
          </p:nvPr>
        </p:nvSpPr>
        <p:spPr/>
        <p:txBody>
          <a:bodyPr/>
          <a:lstStyle/>
          <a:p>
            <a:fld id="{9861F055-A237-4688-8E61-7858EED411F2}" type="slidenum">
              <a:rPr lang="vi-VN" smtClean="0"/>
              <a:t>9</a:t>
            </a:fld>
            <a:endParaRPr lang="vi-VN"/>
          </a:p>
        </p:txBody>
      </p:sp>
    </p:spTree>
    <p:extLst>
      <p:ext uri="{BB962C8B-B14F-4D97-AF65-F5344CB8AC3E}">
        <p14:creationId xmlns:p14="http://schemas.microsoft.com/office/powerpoint/2010/main" val="3473815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7F96C-6BE5-6326-6E9B-8F616B55B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0D905-0C45-C695-5E2A-FF2820542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300E5-B590-DD2E-0E33-7634EF710231}"/>
              </a:ext>
            </a:extLst>
          </p:cNvPr>
          <p:cNvSpPr>
            <a:spLocks noGrp="1"/>
          </p:cNvSpPr>
          <p:nvPr>
            <p:ph type="body" idx="1"/>
          </p:nvPr>
        </p:nvSpPr>
        <p:spPr/>
        <p:txBody>
          <a:bodyPr/>
          <a:lstStyle/>
          <a:p>
            <a:r>
              <a:rPr lang="vi-VN" dirty="0"/>
              <a:t>Có 2 cách tạo context manager tùy chỉnh:</a:t>
            </a:r>
          </a:p>
          <a:p>
            <a:r>
              <a:rPr lang="vi-VN" b="1" dirty="0"/>
              <a:t>Dùng lớp (Class)</a:t>
            </a:r>
            <a:r>
              <a:rPr lang="vi-VN" dirty="0"/>
              <a:t>: Viết các phương thức __enter__() và __exit__().</a:t>
            </a:r>
          </a:p>
          <a:p>
            <a:r>
              <a:rPr lang="vi-VN" b="1" dirty="0"/>
              <a:t>Dùng Generator</a:t>
            </a:r>
            <a:r>
              <a:rPr lang="vi-VN" dirty="0"/>
              <a:t>: Dùng decorator @contextlib.contextmanager.</a:t>
            </a:r>
          </a:p>
          <a:p>
            <a:endParaRPr lang="vi-VN" dirty="0"/>
          </a:p>
        </p:txBody>
      </p:sp>
      <p:sp>
        <p:nvSpPr>
          <p:cNvPr id="4" name="Slide Number Placeholder 3">
            <a:extLst>
              <a:ext uri="{FF2B5EF4-FFF2-40B4-BE49-F238E27FC236}">
                <a16:creationId xmlns:a16="http://schemas.microsoft.com/office/drawing/2014/main" id="{8F362B21-1344-2CB7-8F97-89DE2CFB82C0}"/>
              </a:ext>
            </a:extLst>
          </p:cNvPr>
          <p:cNvSpPr>
            <a:spLocks noGrp="1"/>
          </p:cNvSpPr>
          <p:nvPr>
            <p:ph type="sldNum" sz="quarter" idx="5"/>
          </p:nvPr>
        </p:nvSpPr>
        <p:spPr/>
        <p:txBody>
          <a:bodyPr/>
          <a:lstStyle/>
          <a:p>
            <a:fld id="{9861F055-A237-4688-8E61-7858EED411F2}" type="slidenum">
              <a:rPr lang="vi-VN" smtClean="0"/>
              <a:t>10</a:t>
            </a:fld>
            <a:endParaRPr lang="vi-VN"/>
          </a:p>
        </p:txBody>
      </p:sp>
    </p:spTree>
    <p:extLst>
      <p:ext uri="{BB962C8B-B14F-4D97-AF65-F5344CB8AC3E}">
        <p14:creationId xmlns:p14="http://schemas.microsoft.com/office/powerpoint/2010/main" val="3808478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9493-4409-B7D9-B1AE-06B421F97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8FC9F-5754-4C03-35CD-FF08A74F4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02788-A717-48AB-436E-CC491FF7C7D6}"/>
              </a:ext>
            </a:extLst>
          </p:cNvPr>
          <p:cNvSpPr>
            <a:spLocks noGrp="1"/>
          </p:cNvSpPr>
          <p:nvPr>
            <p:ph type="body" idx="1"/>
          </p:nvPr>
        </p:nvSpPr>
        <p:spPr/>
        <p:txBody>
          <a:bodyPr/>
          <a:lstStyle/>
          <a:p>
            <a:r>
              <a:rPr lang="vi-VN" dirty="0"/>
              <a:t>Có 2 cách tạo context manager tùy chỉnh:</a:t>
            </a:r>
          </a:p>
          <a:p>
            <a:r>
              <a:rPr lang="vi-VN" b="1" dirty="0"/>
              <a:t>Dùng lớp (Class)</a:t>
            </a:r>
            <a:r>
              <a:rPr lang="vi-VN" dirty="0"/>
              <a:t>: Viết các phương thức __enter__() và __exit__().</a:t>
            </a:r>
          </a:p>
          <a:p>
            <a:r>
              <a:rPr lang="vi-VN" b="1" dirty="0"/>
              <a:t>Dùng Generator</a:t>
            </a:r>
            <a:r>
              <a:rPr lang="vi-VN" dirty="0"/>
              <a:t>: Dùng decorator @contextlib.contextmanager.</a:t>
            </a:r>
          </a:p>
          <a:p>
            <a:endParaRPr lang="vi-VN" dirty="0"/>
          </a:p>
        </p:txBody>
      </p:sp>
      <p:sp>
        <p:nvSpPr>
          <p:cNvPr id="4" name="Slide Number Placeholder 3">
            <a:extLst>
              <a:ext uri="{FF2B5EF4-FFF2-40B4-BE49-F238E27FC236}">
                <a16:creationId xmlns:a16="http://schemas.microsoft.com/office/drawing/2014/main" id="{9665EC1F-8F08-F780-80F1-731EC7463B6B}"/>
              </a:ext>
            </a:extLst>
          </p:cNvPr>
          <p:cNvSpPr>
            <a:spLocks noGrp="1"/>
          </p:cNvSpPr>
          <p:nvPr>
            <p:ph type="sldNum" sz="quarter" idx="5"/>
          </p:nvPr>
        </p:nvSpPr>
        <p:spPr/>
        <p:txBody>
          <a:bodyPr/>
          <a:lstStyle/>
          <a:p>
            <a:fld id="{9861F055-A237-4688-8E61-7858EED411F2}" type="slidenum">
              <a:rPr lang="vi-VN" smtClean="0"/>
              <a:t>11</a:t>
            </a:fld>
            <a:endParaRPr lang="vi-VN"/>
          </a:p>
        </p:txBody>
      </p:sp>
    </p:spTree>
    <p:extLst>
      <p:ext uri="{BB962C8B-B14F-4D97-AF65-F5344CB8AC3E}">
        <p14:creationId xmlns:p14="http://schemas.microsoft.com/office/powerpoint/2010/main" val="1648678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Decorator</a:t>
            </a:r>
            <a:r>
              <a:rPr lang="vi-VN" dirty="0"/>
              <a:t> là một hàm nâng cao hành vi của một hàm khác mà không sửa mã gốc.</a:t>
            </a:r>
          </a:p>
          <a:p>
            <a:r>
              <a:rPr lang="vi-VN" b="1" dirty="0"/>
              <a:t>Lợi ích:</a:t>
            </a:r>
            <a:endParaRPr lang="vi-VN" dirty="0"/>
          </a:p>
          <a:p>
            <a:r>
              <a:rPr lang="vi-VN" dirty="0"/>
              <a:t>Tái sử dụng mã.</a:t>
            </a:r>
          </a:p>
          <a:p>
            <a:r>
              <a:rPr lang="vi-VN" dirty="0"/>
              <a:t>Tuân theo các mẫu thiết kế như Decorator pattern.</a:t>
            </a:r>
          </a:p>
          <a:p>
            <a:r>
              <a:rPr lang="vi-VN" dirty="0"/>
              <a:t>Thêm tính năng mà không làm rối hàm chính.</a:t>
            </a:r>
          </a:p>
          <a:p>
            <a:r>
              <a:rPr lang="vi-VN" dirty="0"/>
              <a:t>DECORATOR CÓ 2 THÀNH PHÂN CHÍNH LÀ THIẾT LẬP TÀI NGUYÊN VÀ DỌN DẸP TÀI NGUYÊN</a:t>
            </a:r>
          </a:p>
          <a:p>
            <a:endParaRPr lang="vi-VN" dirty="0"/>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12</a:t>
            </a:fld>
            <a:endParaRPr lang="vi-VN"/>
          </a:p>
        </p:txBody>
      </p:sp>
    </p:spTree>
    <p:extLst>
      <p:ext uri="{BB962C8B-B14F-4D97-AF65-F5344CB8AC3E}">
        <p14:creationId xmlns:p14="http://schemas.microsoft.com/office/powerpoint/2010/main" val="4054401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Decorators tùy chỉnh</a:t>
            </a:r>
            <a:r>
              <a:rPr lang="vi-VN" dirty="0"/>
              <a:t> trong xử lý tệp:</a:t>
            </a:r>
          </a:p>
          <a:p>
            <a:r>
              <a:rPr lang="vi-VN" dirty="0"/>
              <a:t>Thêm tính năng ghi log, kiểm soát lỗi, bảo mật…</a:t>
            </a:r>
          </a:p>
          <a:p>
            <a:r>
              <a:rPr lang="vi-VN" dirty="0"/>
              <a:t>Theo dõi quá trình chạy chương trình và hỗ trợ debug.</a:t>
            </a:r>
          </a:p>
          <a:p>
            <a:r>
              <a:rPr lang="vi-VN" dirty="0"/>
              <a:t>Giúp hàm chính chỉ tập trung vào nhiệm vụ chính.</a:t>
            </a:r>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13</a:t>
            </a:fld>
            <a:endParaRPr lang="vi-VN"/>
          </a:p>
        </p:txBody>
      </p:sp>
    </p:spTree>
    <p:extLst>
      <p:ext uri="{BB962C8B-B14F-4D97-AF65-F5344CB8AC3E}">
        <p14:creationId xmlns:p14="http://schemas.microsoft.com/office/powerpoint/2010/main" val="3163650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Câu lệnh with có thể xử lý </a:t>
            </a:r>
            <a:r>
              <a:rPr lang="vi-VN" b="1" dirty="0"/>
              <a:t>nhiều tệp cùng lúc</a:t>
            </a:r>
            <a:r>
              <a:rPr lang="vi-VN" dirty="0"/>
              <a:t> trong một khối.</a:t>
            </a:r>
          </a:p>
          <a:p>
            <a:r>
              <a:rPr lang="vi-VN" dirty="0"/>
              <a:t>Giúp </a:t>
            </a:r>
            <a:r>
              <a:rPr lang="vi-VN" b="1" dirty="0"/>
              <a:t>quản lý tệp gọn gàng</a:t>
            </a:r>
            <a:r>
              <a:rPr lang="vi-VN" dirty="0"/>
              <a:t>, tự động đóng tệp sau khi xong.</a:t>
            </a:r>
          </a:p>
          <a:p>
            <a:r>
              <a:rPr lang="vi-VN" dirty="0"/>
              <a:t>Tăng độ an toàn và hiệu quả của code xử lý file.</a:t>
            </a:r>
          </a:p>
          <a:p>
            <a:endParaRPr lang="vi-VN" dirty="0"/>
          </a:p>
        </p:txBody>
      </p:sp>
      <p:sp>
        <p:nvSpPr>
          <p:cNvPr id="4" name="Slide Number Placeholder 3"/>
          <p:cNvSpPr>
            <a:spLocks noGrp="1"/>
          </p:cNvSpPr>
          <p:nvPr>
            <p:ph type="sldNum" sz="quarter" idx="5"/>
          </p:nvPr>
        </p:nvSpPr>
        <p:spPr/>
        <p:txBody>
          <a:bodyPr/>
          <a:lstStyle/>
          <a:p>
            <a:fld id="{9861F055-A237-4688-8E61-7858EED411F2}" type="slidenum">
              <a:rPr lang="vi-VN" smtClean="0"/>
              <a:t>14</a:t>
            </a:fld>
            <a:endParaRPr lang="vi-VN"/>
          </a:p>
        </p:txBody>
      </p:sp>
    </p:spTree>
    <p:extLst>
      <p:ext uri="{BB962C8B-B14F-4D97-AF65-F5344CB8AC3E}">
        <p14:creationId xmlns:p14="http://schemas.microsoft.com/office/powerpoint/2010/main" val="3245587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Trình quản lý ngữ cảnh, được triển khai bằng câu lệnh with, xử lý các tài nguyên như tệp, đảm bảo thiết lập và dọn dẹp đúng cách theo cách ngắn gọn.</a:t>
            </a:r>
          </a:p>
          <a:p>
            <a:endParaRPr lang="vi-VN" dirty="0"/>
          </a:p>
          <a:p>
            <a:r>
              <a:rPr lang="vi-VN" dirty="0"/>
              <a:t>Câu lệnh with đơn giản hóa việc xử lý tệp bằng cách tự động mở và đóng tệp, cải thiện khả năng đọc và giảm rủi ro rò rỉ tài nguyên.</a:t>
            </a:r>
          </a:p>
          <a:p>
            <a:endParaRPr lang="vi-VN" dirty="0"/>
          </a:p>
          <a:p>
            <a:r>
              <a:rPr lang="vi-VN" dirty="0"/>
              <a:t>Trình quản lý ngữ cảnh tùy chỉnh, được triển khai bằng các lớp hoặc trình tạo, cung cấp khả năng quản lý tài nguyên chuyên biệt như khóa tệp hoặc dọn dẹp tùy chỉnh.</a:t>
            </a:r>
          </a:p>
        </p:txBody>
      </p:sp>
      <p:sp>
        <p:nvSpPr>
          <p:cNvPr id="4" name="Slide Number Placeholder 3"/>
          <p:cNvSpPr>
            <a:spLocks noGrp="1"/>
          </p:cNvSpPr>
          <p:nvPr>
            <p:ph type="sldNum" sz="quarter" idx="5"/>
          </p:nvPr>
        </p:nvSpPr>
        <p:spPr/>
        <p:txBody>
          <a:bodyPr/>
          <a:lstStyle/>
          <a:p>
            <a:fld id="{9861F055-A237-4688-8E61-7858EED411F2}" type="slidenum">
              <a:rPr lang="vi-VN" smtClean="0"/>
              <a:t>15</a:t>
            </a:fld>
            <a:endParaRPr lang="vi-VN"/>
          </a:p>
        </p:txBody>
      </p:sp>
    </p:spTree>
    <p:extLst>
      <p:ext uri="{BB962C8B-B14F-4D97-AF65-F5344CB8AC3E}">
        <p14:creationId xmlns:p14="http://schemas.microsoft.com/office/powerpoint/2010/main" val="1664049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81CDD-2E8F-5DD2-05F2-25D21E235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AFBF6C36-66D3-ACA6-973E-E483D9E18F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7198EA4A-0D5F-8120-2AA0-91F6DDAAEEB6}"/>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5" name="Footer Placeholder 4">
            <a:extLst>
              <a:ext uri="{FF2B5EF4-FFF2-40B4-BE49-F238E27FC236}">
                <a16:creationId xmlns:a16="http://schemas.microsoft.com/office/drawing/2014/main" id="{3633DE95-62E9-440F-1901-4F175190E70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0820568C-1D85-68DF-0ADE-DF0E716C8DAB}"/>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2130436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5C9D3-21D9-7208-B801-59025880474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49A8A2C-49C3-C912-51B7-9E8041CB23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3AE72E2-3BD2-253D-6D71-3BE74EFA2055}"/>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5" name="Footer Placeholder 4">
            <a:extLst>
              <a:ext uri="{FF2B5EF4-FFF2-40B4-BE49-F238E27FC236}">
                <a16:creationId xmlns:a16="http://schemas.microsoft.com/office/drawing/2014/main" id="{15922B61-9DF9-0853-6209-EF3296D444E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789828AA-CE2D-5A18-3669-81D73C5E6E3F}"/>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105832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3AB42-397E-E7FD-A9CB-1682BABADA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3723ACF-0C4A-4004-CC1A-CCB0AD2C42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4C0A5-0A04-8BA0-C9D5-82AB9B1277AC}"/>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5" name="Footer Placeholder 4">
            <a:extLst>
              <a:ext uri="{FF2B5EF4-FFF2-40B4-BE49-F238E27FC236}">
                <a16:creationId xmlns:a16="http://schemas.microsoft.com/office/drawing/2014/main" id="{AA58259E-0695-D844-3F20-0E75A124F4E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95751FA-C882-4325-769B-F7CAF514D53C}"/>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3739973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97D78-DF9D-21CE-7C52-569B267C70E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6A6D79B-6C60-2BE9-7CA9-3EACE8A9BF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D742FB3D-E72B-DBCD-C9C7-EE63390A36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B915264F-6946-65D8-E845-71A77E74148D}"/>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6" name="Footer Placeholder 5">
            <a:extLst>
              <a:ext uri="{FF2B5EF4-FFF2-40B4-BE49-F238E27FC236}">
                <a16:creationId xmlns:a16="http://schemas.microsoft.com/office/drawing/2014/main" id="{C6D50B7A-1D81-0421-CDDD-A9EB673B63D5}"/>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E14F1A6C-3441-1A60-CF6F-AD7F9846037E}"/>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2280980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365D-8811-AA60-9970-8927ADB835B6}"/>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1F03A4F4-E92A-FA9B-EA3D-0962456A03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A06634-C865-668D-F83E-24F7DEAA5A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9F051DF7-0A90-D1DA-8265-BB5721312F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161C3D-6F1A-C799-7A3F-6E1CE750C9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E4E0B4B6-1245-A6B0-A10B-04BD4846F484}"/>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8" name="Footer Placeholder 7">
            <a:extLst>
              <a:ext uri="{FF2B5EF4-FFF2-40B4-BE49-F238E27FC236}">
                <a16:creationId xmlns:a16="http://schemas.microsoft.com/office/drawing/2014/main" id="{640E8D77-B099-FA1D-1362-386B662CEF5A}"/>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BDFE3964-E7CB-3384-80F8-4B1CEF845293}"/>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3256342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8ADA1-9272-2354-9191-16A5DFEDAF13}"/>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25DC2980-621B-6A2F-057D-A7F265E23600}"/>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4" name="Footer Placeholder 3">
            <a:extLst>
              <a:ext uri="{FF2B5EF4-FFF2-40B4-BE49-F238E27FC236}">
                <a16:creationId xmlns:a16="http://schemas.microsoft.com/office/drawing/2014/main" id="{BCF014D1-89F8-DCAC-08F5-51593C75437E}"/>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EB3708CC-70EE-7622-F3A6-83A098CAA428}"/>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33195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726E26-38A7-1F2F-CC63-A315F7D2CE7A}"/>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3" name="Footer Placeholder 2">
            <a:extLst>
              <a:ext uri="{FF2B5EF4-FFF2-40B4-BE49-F238E27FC236}">
                <a16:creationId xmlns:a16="http://schemas.microsoft.com/office/drawing/2014/main" id="{13840361-C19C-0A90-EFA2-E69B001BE752}"/>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F0A7C1BD-1645-B215-1720-0CDCAF1F6DB5}"/>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3634396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2268-471E-6374-A6A6-5D42A38377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CAB18E31-9DF7-1E70-4204-1CABF6EA74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87A9AE1-EAF2-4581-2C3E-181E44AE3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D908C4-02A3-4025-1A9F-71FEC480EE00}"/>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6" name="Footer Placeholder 5">
            <a:extLst>
              <a:ext uri="{FF2B5EF4-FFF2-40B4-BE49-F238E27FC236}">
                <a16:creationId xmlns:a16="http://schemas.microsoft.com/office/drawing/2014/main" id="{A8342E89-BA84-BC6F-5C14-96C4D89201F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762F031-5F2F-4A47-F324-CD6CB74C9051}"/>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2434470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2FEC-488F-C6FE-DC83-4BE5164CE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22D8FF40-2074-5E98-7536-DC9056F0D1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54AC6B07-B263-A802-02F9-16B0AEBD5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325507-AF71-6817-F77B-BC8B48DC6DC2}"/>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6" name="Footer Placeholder 5">
            <a:extLst>
              <a:ext uri="{FF2B5EF4-FFF2-40B4-BE49-F238E27FC236}">
                <a16:creationId xmlns:a16="http://schemas.microsoft.com/office/drawing/2014/main" id="{EA1B3BBA-CA03-2F08-BB17-A1B0A8150AB5}"/>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0554F06A-3781-4292-6A0F-8B9D1EBA7D96}"/>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2259219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AF62-4E05-E60A-610E-650CBE3A54E0}"/>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3D3785E8-BA47-1B39-2DAC-9E10638C88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D39CD9F-6F6D-0FD8-E33F-1A60EE8D7EA7}"/>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5" name="Footer Placeholder 4">
            <a:extLst>
              <a:ext uri="{FF2B5EF4-FFF2-40B4-BE49-F238E27FC236}">
                <a16:creationId xmlns:a16="http://schemas.microsoft.com/office/drawing/2014/main" id="{D688C955-22CD-3BE7-EF57-9C8D683CAB8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C03CF0D-7A41-96DB-6291-D7B543E2F036}"/>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3567031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30802-704D-6DC5-3D16-96EDD25DF4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F3EA893F-E34D-DA7A-8E92-2A66FB9568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AE29F29-DBA6-AF30-E0F0-280A81D14229}"/>
              </a:ext>
            </a:extLst>
          </p:cNvPr>
          <p:cNvSpPr>
            <a:spLocks noGrp="1"/>
          </p:cNvSpPr>
          <p:nvPr>
            <p:ph type="dt" sz="half" idx="10"/>
          </p:nvPr>
        </p:nvSpPr>
        <p:spPr/>
        <p:txBody>
          <a:bodyPr/>
          <a:lstStyle/>
          <a:p>
            <a:fld id="{7F9A6678-5DAF-4363-999E-A25D8D7087C5}" type="datetimeFigureOut">
              <a:rPr lang="vi-VN" smtClean="0"/>
              <a:t>26/07/2025</a:t>
            </a:fld>
            <a:endParaRPr lang="vi-VN"/>
          </a:p>
        </p:txBody>
      </p:sp>
      <p:sp>
        <p:nvSpPr>
          <p:cNvPr id="5" name="Footer Placeholder 4">
            <a:extLst>
              <a:ext uri="{FF2B5EF4-FFF2-40B4-BE49-F238E27FC236}">
                <a16:creationId xmlns:a16="http://schemas.microsoft.com/office/drawing/2014/main" id="{7658DD69-3788-9DF2-765E-768BC6C3EF4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386FF82-A797-75AE-DC4E-9AC5DEF85AD6}"/>
              </a:ext>
            </a:extLst>
          </p:cNvPr>
          <p:cNvSpPr>
            <a:spLocks noGrp="1"/>
          </p:cNvSpPr>
          <p:nvPr>
            <p:ph type="sldNum" sz="quarter" idx="12"/>
          </p:nvPr>
        </p:nvSpPr>
        <p:spPr/>
        <p:txBody>
          <a:bodyPr/>
          <a:lstStyle/>
          <a:p>
            <a:fld id="{1A0FE573-596C-4E36-A31F-F4CFD468E4D5}" type="slidenum">
              <a:rPr lang="vi-VN" smtClean="0"/>
              <a:t>‹#›</a:t>
            </a:fld>
            <a:endParaRPr lang="vi-VN"/>
          </a:p>
        </p:txBody>
      </p:sp>
    </p:spTree>
    <p:extLst>
      <p:ext uri="{BB962C8B-B14F-4D97-AF65-F5344CB8AC3E}">
        <p14:creationId xmlns:p14="http://schemas.microsoft.com/office/powerpoint/2010/main" val="395787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36CFB2-0DA9-D1C6-3A19-D67657956B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2CBBAFC8-D232-06C9-5656-FF8B98F2C2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D03BAEB-64A6-7F1D-06D8-FCBF2672D6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9A6678-5DAF-4363-999E-A25D8D7087C5}" type="datetimeFigureOut">
              <a:rPr lang="vi-VN" smtClean="0"/>
              <a:t>26/07/2025</a:t>
            </a:fld>
            <a:endParaRPr lang="vi-VN"/>
          </a:p>
        </p:txBody>
      </p:sp>
      <p:sp>
        <p:nvSpPr>
          <p:cNvPr id="5" name="Footer Placeholder 4">
            <a:extLst>
              <a:ext uri="{FF2B5EF4-FFF2-40B4-BE49-F238E27FC236}">
                <a16:creationId xmlns:a16="http://schemas.microsoft.com/office/drawing/2014/main" id="{A0257045-8ED2-4B54-CDF7-07BE1C8B15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9134A269-7C36-4940-CE72-B777271E85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0FE573-596C-4E36-A31F-F4CFD468E4D5}" type="slidenum">
              <a:rPr lang="vi-VN" smtClean="0"/>
              <a:t>‹#›</a:t>
            </a:fld>
            <a:endParaRPr lang="vi-VN"/>
          </a:p>
        </p:txBody>
      </p:sp>
    </p:spTree>
    <p:extLst>
      <p:ext uri="{BB962C8B-B14F-4D97-AF65-F5344CB8AC3E}">
        <p14:creationId xmlns:p14="http://schemas.microsoft.com/office/powerpoint/2010/main" val="1929633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35659" y="4433013"/>
            <a:ext cx="8691880" cy="1259840"/>
          </a:xfrm>
          <a:prstGeom prst="rect">
            <a:avLst/>
          </a:prstGeom>
        </p:spPr>
        <p:txBody>
          <a:bodyPr vert="horz" wrap="square" lIns="0" tIns="12065" rIns="0" bIns="0" rtlCol="0">
            <a:spAutoFit/>
          </a:bodyPr>
          <a:lstStyle/>
          <a:p>
            <a:pPr algn="ctr">
              <a:lnSpc>
                <a:spcPct val="100000"/>
              </a:lnSpc>
              <a:spcBef>
                <a:spcPts val="95"/>
              </a:spcBef>
            </a:pPr>
            <a:r>
              <a:rPr sz="3200" b="1" spc="130" dirty="0">
                <a:latin typeface="Arial"/>
                <a:cs typeface="Arial"/>
              </a:rPr>
              <a:t>ADVANCED</a:t>
            </a:r>
            <a:r>
              <a:rPr sz="3200" b="1" spc="300" dirty="0">
                <a:latin typeface="Arial"/>
                <a:cs typeface="Arial"/>
              </a:rPr>
              <a:t> </a:t>
            </a:r>
            <a:r>
              <a:rPr sz="3200" b="1" spc="-114" dirty="0">
                <a:latin typeface="Arial"/>
                <a:cs typeface="Arial"/>
              </a:rPr>
              <a:t>FILE</a:t>
            </a:r>
            <a:r>
              <a:rPr sz="3200" b="1" spc="310" dirty="0">
                <a:latin typeface="Arial"/>
                <a:cs typeface="Arial"/>
              </a:rPr>
              <a:t> </a:t>
            </a:r>
            <a:r>
              <a:rPr sz="3200" b="1" spc="110" dirty="0">
                <a:latin typeface="Arial"/>
                <a:cs typeface="Arial"/>
              </a:rPr>
              <a:t>HANDLING</a:t>
            </a:r>
            <a:r>
              <a:rPr sz="3200" b="1" spc="305" dirty="0">
                <a:latin typeface="Arial"/>
                <a:cs typeface="Arial"/>
              </a:rPr>
              <a:t> </a:t>
            </a:r>
            <a:r>
              <a:rPr sz="3200" b="1" spc="-10" dirty="0">
                <a:latin typeface="Arial"/>
                <a:cs typeface="Arial"/>
              </a:rPr>
              <a:t>TECHNIQUES</a:t>
            </a:r>
            <a:endParaRPr sz="3200">
              <a:latin typeface="Arial"/>
              <a:cs typeface="Arial"/>
            </a:endParaRPr>
          </a:p>
          <a:p>
            <a:pPr algn="ctr">
              <a:lnSpc>
                <a:spcPct val="100000"/>
              </a:lnSpc>
              <a:spcBef>
                <a:spcPts val="2520"/>
              </a:spcBef>
              <a:tabLst>
                <a:tab pos="1700530" algn="l"/>
              </a:tabLst>
            </a:pPr>
            <a:r>
              <a:rPr sz="2800" b="1" spc="-10" dirty="0">
                <a:latin typeface="Arial"/>
                <a:cs typeface="Arial"/>
              </a:rPr>
              <a:t>SESSION</a:t>
            </a:r>
            <a:r>
              <a:rPr sz="2800" b="1" dirty="0">
                <a:latin typeface="Arial"/>
                <a:cs typeface="Arial"/>
              </a:rPr>
              <a:t>	</a:t>
            </a:r>
            <a:r>
              <a:rPr sz="2800" b="1" spc="55" dirty="0">
                <a:latin typeface="Arial"/>
                <a:cs typeface="Arial"/>
              </a:rPr>
              <a:t>10</a:t>
            </a:r>
            <a:endParaRPr sz="2800">
              <a:latin typeface="Arial"/>
              <a:cs typeface="Arial"/>
            </a:endParaRPr>
          </a:p>
        </p:txBody>
      </p:sp>
      <p:pic>
        <p:nvPicPr>
          <p:cNvPr id="3" name="object 3"/>
          <p:cNvPicPr/>
          <p:nvPr/>
        </p:nvPicPr>
        <p:blipFill>
          <a:blip r:embed="rId3" cstate="print"/>
          <a:stretch>
            <a:fillRect/>
          </a:stretch>
        </p:blipFill>
        <p:spPr>
          <a:xfrm>
            <a:off x="4071365" y="90450"/>
            <a:ext cx="4210049" cy="4029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0" dirty="0"/>
              <a:t>Objectives</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2</a:t>
            </a:fld>
            <a:endParaRPr spc="-50"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3" name="object 3"/>
          <p:cNvSpPr txBox="1"/>
          <p:nvPr/>
        </p:nvSpPr>
        <p:spPr>
          <a:xfrm>
            <a:off x="1084580" y="1873420"/>
            <a:ext cx="7679690" cy="2179443"/>
          </a:xfrm>
          <a:prstGeom prst="rect">
            <a:avLst/>
          </a:prstGeom>
        </p:spPr>
        <p:txBody>
          <a:bodyPr vert="horz" wrap="square" lIns="0" tIns="12065" rIns="0" bIns="0" rtlCol="0">
            <a:spAutoFit/>
          </a:bodyPr>
          <a:lstStyle/>
          <a:p>
            <a:pPr marL="213995" indent="-205104">
              <a:lnSpc>
                <a:spcPct val="100000"/>
              </a:lnSpc>
              <a:spcBef>
                <a:spcPts val="95"/>
              </a:spcBef>
              <a:buClr>
                <a:srgbClr val="E38312"/>
              </a:buClr>
              <a:buSzPct val="95000"/>
              <a:buFont typeface="Wingdings"/>
              <a:buChar char=""/>
              <a:tabLst>
                <a:tab pos="213995" algn="l"/>
              </a:tabLst>
            </a:pPr>
            <a:r>
              <a:rPr sz="2000" spc="-85" dirty="0">
                <a:solidFill>
                  <a:srgbClr val="404040"/>
                </a:solidFill>
                <a:latin typeface="Arial MT"/>
                <a:cs typeface="Arial MT"/>
              </a:rPr>
              <a:t>List</a:t>
            </a:r>
            <a:r>
              <a:rPr sz="2000" spc="15" dirty="0">
                <a:solidFill>
                  <a:srgbClr val="404040"/>
                </a:solidFill>
                <a:latin typeface="Arial MT"/>
                <a:cs typeface="Arial MT"/>
              </a:rPr>
              <a:t> </a:t>
            </a:r>
            <a:r>
              <a:rPr sz="2000" spc="195" dirty="0">
                <a:solidFill>
                  <a:srgbClr val="404040"/>
                </a:solidFill>
                <a:latin typeface="Arial MT"/>
                <a:cs typeface="Arial MT"/>
              </a:rPr>
              <a:t>and</a:t>
            </a:r>
            <a:r>
              <a:rPr sz="2000" spc="35" dirty="0">
                <a:solidFill>
                  <a:srgbClr val="404040"/>
                </a:solidFill>
                <a:latin typeface="Arial MT"/>
                <a:cs typeface="Arial MT"/>
              </a:rPr>
              <a:t> </a:t>
            </a:r>
            <a:r>
              <a:rPr sz="2000" spc="95" dirty="0">
                <a:solidFill>
                  <a:srgbClr val="404040"/>
                </a:solidFill>
                <a:latin typeface="Arial MT"/>
                <a:cs typeface="Arial MT"/>
              </a:rPr>
              <a:t>describe</a:t>
            </a:r>
            <a:r>
              <a:rPr sz="2000" spc="50" dirty="0">
                <a:solidFill>
                  <a:srgbClr val="404040"/>
                </a:solidFill>
                <a:latin typeface="Arial MT"/>
                <a:cs typeface="Arial MT"/>
              </a:rPr>
              <a:t> </a:t>
            </a:r>
            <a:r>
              <a:rPr sz="2000" spc="204" dirty="0">
                <a:solidFill>
                  <a:srgbClr val="404040"/>
                </a:solidFill>
                <a:latin typeface="Arial MT"/>
                <a:cs typeface="Arial MT"/>
              </a:rPr>
              <a:t>advanced</a:t>
            </a:r>
            <a:r>
              <a:rPr sz="2000" spc="60" dirty="0">
                <a:solidFill>
                  <a:srgbClr val="404040"/>
                </a:solidFill>
                <a:latin typeface="Arial MT"/>
                <a:cs typeface="Arial MT"/>
              </a:rPr>
              <a:t> </a:t>
            </a:r>
            <a:r>
              <a:rPr sz="2000" dirty="0">
                <a:solidFill>
                  <a:srgbClr val="404040"/>
                </a:solidFill>
                <a:latin typeface="Arial MT"/>
                <a:cs typeface="Arial MT"/>
              </a:rPr>
              <a:t>file</a:t>
            </a:r>
            <a:r>
              <a:rPr sz="2000" spc="15" dirty="0">
                <a:solidFill>
                  <a:srgbClr val="404040"/>
                </a:solidFill>
                <a:latin typeface="Arial MT"/>
                <a:cs typeface="Arial MT"/>
              </a:rPr>
              <a:t> </a:t>
            </a:r>
            <a:r>
              <a:rPr sz="2000" spc="110" dirty="0">
                <a:solidFill>
                  <a:srgbClr val="404040"/>
                </a:solidFill>
                <a:latin typeface="Arial MT"/>
                <a:cs typeface="Arial MT"/>
              </a:rPr>
              <a:t>handling</a:t>
            </a:r>
            <a:r>
              <a:rPr sz="2000" spc="60" dirty="0">
                <a:solidFill>
                  <a:srgbClr val="404040"/>
                </a:solidFill>
                <a:latin typeface="Arial MT"/>
                <a:cs typeface="Arial MT"/>
              </a:rPr>
              <a:t> </a:t>
            </a:r>
            <a:r>
              <a:rPr sz="2000" spc="90" dirty="0">
                <a:solidFill>
                  <a:srgbClr val="404040"/>
                </a:solidFill>
                <a:latin typeface="Arial MT"/>
                <a:cs typeface="Arial MT"/>
              </a:rPr>
              <a:t>techniques</a:t>
            </a:r>
            <a:endParaRPr sz="2000" dirty="0">
              <a:latin typeface="Arial MT"/>
              <a:cs typeface="Arial MT"/>
            </a:endParaRPr>
          </a:p>
          <a:p>
            <a:pPr>
              <a:lnSpc>
                <a:spcPct val="100000"/>
              </a:lnSpc>
              <a:spcBef>
                <a:spcPts val="100"/>
              </a:spcBef>
              <a:buClr>
                <a:srgbClr val="E38312"/>
              </a:buClr>
              <a:buFont typeface="Wingdings"/>
              <a:buChar char=""/>
            </a:pP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dirty="0">
                <a:solidFill>
                  <a:srgbClr val="404040"/>
                </a:solidFill>
                <a:latin typeface="Arial MT"/>
                <a:cs typeface="Arial MT"/>
              </a:rPr>
              <a:t>Explain</a:t>
            </a:r>
            <a:r>
              <a:rPr sz="2000" spc="45" dirty="0">
                <a:solidFill>
                  <a:srgbClr val="404040"/>
                </a:solidFill>
                <a:latin typeface="Arial MT"/>
                <a:cs typeface="Arial MT"/>
              </a:rPr>
              <a:t> </a:t>
            </a:r>
            <a:r>
              <a:rPr sz="2000" spc="160" dirty="0">
                <a:solidFill>
                  <a:srgbClr val="404040"/>
                </a:solidFill>
                <a:latin typeface="Arial MT"/>
                <a:cs typeface="Arial MT"/>
              </a:rPr>
              <a:t>how</a:t>
            </a:r>
            <a:r>
              <a:rPr sz="2000" spc="55" dirty="0">
                <a:solidFill>
                  <a:srgbClr val="404040"/>
                </a:solidFill>
                <a:latin typeface="Arial MT"/>
                <a:cs typeface="Arial MT"/>
              </a:rPr>
              <a:t> </a:t>
            </a:r>
            <a:r>
              <a:rPr sz="2000" spc="155" dirty="0">
                <a:solidFill>
                  <a:srgbClr val="404040"/>
                </a:solidFill>
                <a:latin typeface="Arial MT"/>
                <a:cs typeface="Arial MT"/>
              </a:rPr>
              <a:t>to</a:t>
            </a:r>
            <a:r>
              <a:rPr sz="2000" spc="40" dirty="0">
                <a:solidFill>
                  <a:srgbClr val="404040"/>
                </a:solidFill>
                <a:latin typeface="Arial MT"/>
                <a:cs typeface="Arial MT"/>
              </a:rPr>
              <a:t> </a:t>
            </a:r>
            <a:r>
              <a:rPr sz="2000" dirty="0">
                <a:solidFill>
                  <a:srgbClr val="404040"/>
                </a:solidFill>
                <a:latin typeface="Arial MT"/>
                <a:cs typeface="Arial MT"/>
              </a:rPr>
              <a:t>use</a:t>
            </a:r>
            <a:r>
              <a:rPr sz="2000" spc="35" dirty="0">
                <a:solidFill>
                  <a:srgbClr val="404040"/>
                </a:solidFill>
                <a:latin typeface="Arial MT"/>
                <a:cs typeface="Arial MT"/>
              </a:rPr>
              <a:t> </a:t>
            </a:r>
            <a:r>
              <a:rPr sz="2000" b="1" spc="130" dirty="0">
                <a:solidFill>
                  <a:srgbClr val="404040"/>
                </a:solidFill>
                <a:latin typeface="Arial MT"/>
                <a:cs typeface="Arial MT"/>
              </a:rPr>
              <a:t>context</a:t>
            </a:r>
            <a:r>
              <a:rPr sz="2000" b="1" spc="65" dirty="0">
                <a:solidFill>
                  <a:srgbClr val="404040"/>
                </a:solidFill>
                <a:latin typeface="Arial MT"/>
                <a:cs typeface="Arial MT"/>
              </a:rPr>
              <a:t> </a:t>
            </a:r>
            <a:r>
              <a:rPr sz="2000" b="1" spc="95" dirty="0">
                <a:solidFill>
                  <a:srgbClr val="404040"/>
                </a:solidFill>
                <a:latin typeface="Arial MT"/>
                <a:cs typeface="Arial MT"/>
              </a:rPr>
              <a:t>managers</a:t>
            </a:r>
            <a:endParaRPr sz="2000" b="1" dirty="0">
              <a:latin typeface="Arial MT"/>
              <a:cs typeface="Arial MT"/>
            </a:endParaRPr>
          </a:p>
          <a:p>
            <a:pPr>
              <a:lnSpc>
                <a:spcPct val="100000"/>
              </a:lnSpc>
              <a:spcBef>
                <a:spcPts val="100"/>
              </a:spcBef>
              <a:buClr>
                <a:srgbClr val="E38312"/>
              </a:buClr>
              <a:buFont typeface="Wingdings"/>
              <a:buChar char=""/>
            </a:pP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dirty="0">
                <a:solidFill>
                  <a:srgbClr val="404040"/>
                </a:solidFill>
                <a:latin typeface="Arial MT"/>
                <a:cs typeface="Arial MT"/>
              </a:rPr>
              <a:t>Explain</a:t>
            </a:r>
            <a:r>
              <a:rPr sz="2000" spc="50" dirty="0">
                <a:solidFill>
                  <a:srgbClr val="404040"/>
                </a:solidFill>
                <a:latin typeface="Arial MT"/>
                <a:cs typeface="Arial MT"/>
              </a:rPr>
              <a:t> </a:t>
            </a:r>
            <a:r>
              <a:rPr sz="2000" spc="160" dirty="0">
                <a:solidFill>
                  <a:srgbClr val="404040"/>
                </a:solidFill>
                <a:latin typeface="Arial MT"/>
                <a:cs typeface="Arial MT"/>
              </a:rPr>
              <a:t>how</a:t>
            </a:r>
            <a:r>
              <a:rPr sz="2000" spc="65" dirty="0">
                <a:solidFill>
                  <a:srgbClr val="404040"/>
                </a:solidFill>
                <a:latin typeface="Arial MT"/>
                <a:cs typeface="Arial MT"/>
              </a:rPr>
              <a:t> </a:t>
            </a:r>
            <a:r>
              <a:rPr sz="2000" spc="155" dirty="0">
                <a:solidFill>
                  <a:srgbClr val="404040"/>
                </a:solidFill>
                <a:latin typeface="Arial MT"/>
                <a:cs typeface="Arial MT"/>
              </a:rPr>
              <a:t>to</a:t>
            </a:r>
            <a:r>
              <a:rPr sz="2000" spc="50" dirty="0">
                <a:solidFill>
                  <a:srgbClr val="404040"/>
                </a:solidFill>
                <a:latin typeface="Arial MT"/>
                <a:cs typeface="Arial MT"/>
              </a:rPr>
              <a:t> </a:t>
            </a:r>
            <a:r>
              <a:rPr sz="2000" dirty="0">
                <a:solidFill>
                  <a:srgbClr val="404040"/>
                </a:solidFill>
                <a:latin typeface="Arial MT"/>
                <a:cs typeface="Arial MT"/>
              </a:rPr>
              <a:t>use</a:t>
            </a:r>
            <a:r>
              <a:rPr sz="2000" spc="45" dirty="0">
                <a:solidFill>
                  <a:srgbClr val="404040"/>
                </a:solidFill>
                <a:latin typeface="Arial MT"/>
                <a:cs typeface="Arial MT"/>
              </a:rPr>
              <a:t> </a:t>
            </a:r>
            <a:r>
              <a:rPr sz="2000" b="1" spc="95" dirty="0">
                <a:solidFill>
                  <a:srgbClr val="404040"/>
                </a:solidFill>
                <a:latin typeface="Arial MT"/>
                <a:cs typeface="Arial MT"/>
              </a:rPr>
              <a:t>decorators</a:t>
            </a:r>
            <a:endParaRPr sz="2000" b="1" dirty="0">
              <a:latin typeface="Arial MT"/>
              <a:cs typeface="Arial MT"/>
            </a:endParaRPr>
          </a:p>
          <a:p>
            <a:pPr marL="213995" indent="-205104">
              <a:lnSpc>
                <a:spcPct val="100000"/>
              </a:lnSpc>
              <a:spcBef>
                <a:spcPts val="2260"/>
              </a:spcBef>
              <a:buClr>
                <a:srgbClr val="E38312"/>
              </a:buClr>
              <a:buSzPct val="95000"/>
              <a:buFont typeface="Wingdings"/>
              <a:buChar char=""/>
              <a:tabLst>
                <a:tab pos="213995" algn="l"/>
              </a:tabLst>
            </a:pPr>
            <a:r>
              <a:rPr sz="2000" dirty="0">
                <a:solidFill>
                  <a:srgbClr val="404040"/>
                </a:solidFill>
                <a:latin typeface="Arial MT"/>
                <a:cs typeface="Arial MT"/>
              </a:rPr>
              <a:t>Explain</a:t>
            </a:r>
            <a:r>
              <a:rPr sz="2000" spc="45" dirty="0">
                <a:solidFill>
                  <a:srgbClr val="404040"/>
                </a:solidFill>
                <a:latin typeface="Arial MT"/>
                <a:cs typeface="Arial MT"/>
              </a:rPr>
              <a:t> </a:t>
            </a:r>
            <a:r>
              <a:rPr sz="2000" spc="160" dirty="0">
                <a:solidFill>
                  <a:srgbClr val="404040"/>
                </a:solidFill>
                <a:latin typeface="Arial MT"/>
                <a:cs typeface="Arial MT"/>
              </a:rPr>
              <a:t>how</a:t>
            </a:r>
            <a:r>
              <a:rPr sz="2000" spc="60" dirty="0">
                <a:solidFill>
                  <a:srgbClr val="404040"/>
                </a:solidFill>
                <a:latin typeface="Arial MT"/>
                <a:cs typeface="Arial MT"/>
              </a:rPr>
              <a:t> </a:t>
            </a:r>
            <a:r>
              <a:rPr sz="2000" spc="155" dirty="0">
                <a:solidFill>
                  <a:srgbClr val="404040"/>
                </a:solidFill>
                <a:latin typeface="Arial MT"/>
                <a:cs typeface="Arial MT"/>
              </a:rPr>
              <a:t>to</a:t>
            </a:r>
            <a:r>
              <a:rPr sz="2000" spc="40" dirty="0">
                <a:solidFill>
                  <a:srgbClr val="404040"/>
                </a:solidFill>
                <a:latin typeface="Arial MT"/>
                <a:cs typeface="Arial MT"/>
              </a:rPr>
              <a:t> </a:t>
            </a:r>
            <a:r>
              <a:rPr sz="2000" dirty="0">
                <a:solidFill>
                  <a:srgbClr val="404040"/>
                </a:solidFill>
                <a:latin typeface="Arial MT"/>
                <a:cs typeface="Arial MT"/>
              </a:rPr>
              <a:t>use</a:t>
            </a:r>
            <a:r>
              <a:rPr sz="2000" spc="40" dirty="0">
                <a:solidFill>
                  <a:srgbClr val="404040"/>
                </a:solidFill>
                <a:latin typeface="Arial MT"/>
                <a:cs typeface="Arial MT"/>
              </a:rPr>
              <a:t> </a:t>
            </a:r>
            <a:r>
              <a:rPr sz="2000" b="1" u="sng" spc="-20" dirty="0">
                <a:solidFill>
                  <a:srgbClr val="404040"/>
                </a:solidFill>
                <a:latin typeface="Courier New"/>
                <a:cs typeface="Courier New"/>
              </a:rPr>
              <a:t>with</a:t>
            </a:r>
            <a:r>
              <a:rPr sz="2000" spc="-605" dirty="0">
                <a:solidFill>
                  <a:srgbClr val="404040"/>
                </a:solidFill>
                <a:latin typeface="Courier New"/>
                <a:cs typeface="Courier New"/>
              </a:rPr>
              <a:t> </a:t>
            </a:r>
            <a:r>
              <a:rPr sz="2000" spc="75" dirty="0">
                <a:solidFill>
                  <a:srgbClr val="404040"/>
                </a:solidFill>
                <a:latin typeface="Arial MT"/>
                <a:cs typeface="Arial MT"/>
              </a:rPr>
              <a:t>statements</a:t>
            </a:r>
            <a:r>
              <a:rPr sz="2000" spc="50" dirty="0">
                <a:solidFill>
                  <a:srgbClr val="404040"/>
                </a:solidFill>
                <a:latin typeface="Arial MT"/>
                <a:cs typeface="Arial MT"/>
              </a:rPr>
              <a:t> </a:t>
            </a:r>
            <a:r>
              <a:rPr sz="2000" spc="65" dirty="0">
                <a:solidFill>
                  <a:srgbClr val="404040"/>
                </a:solidFill>
                <a:latin typeface="Arial MT"/>
                <a:cs typeface="Arial MT"/>
              </a:rPr>
              <a:t>for</a:t>
            </a:r>
            <a:r>
              <a:rPr sz="2000" spc="35" dirty="0">
                <a:solidFill>
                  <a:srgbClr val="404040"/>
                </a:solidFill>
                <a:latin typeface="Arial MT"/>
                <a:cs typeface="Arial MT"/>
              </a:rPr>
              <a:t> </a:t>
            </a:r>
            <a:r>
              <a:rPr sz="2000" dirty="0">
                <a:solidFill>
                  <a:srgbClr val="404040"/>
                </a:solidFill>
                <a:latin typeface="Arial MT"/>
                <a:cs typeface="Arial MT"/>
              </a:rPr>
              <a:t>file</a:t>
            </a:r>
            <a:r>
              <a:rPr sz="2000" spc="30" dirty="0">
                <a:solidFill>
                  <a:srgbClr val="404040"/>
                </a:solidFill>
                <a:latin typeface="Arial MT"/>
                <a:cs typeface="Arial MT"/>
              </a:rPr>
              <a:t> </a:t>
            </a:r>
            <a:r>
              <a:rPr sz="2000" spc="110" dirty="0">
                <a:solidFill>
                  <a:srgbClr val="404040"/>
                </a:solidFill>
                <a:latin typeface="Arial MT"/>
                <a:cs typeface="Arial MT"/>
              </a:rPr>
              <a:t>handling</a:t>
            </a:r>
            <a:r>
              <a:rPr sz="2000" spc="75" dirty="0">
                <a:solidFill>
                  <a:srgbClr val="404040"/>
                </a:solidFill>
                <a:latin typeface="Arial MT"/>
                <a:cs typeface="Arial MT"/>
              </a:rPr>
              <a:t> contexts</a:t>
            </a:r>
            <a:endParaRPr sz="20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55" dirty="0"/>
              <a:t>Introduction</a:t>
            </a:r>
          </a:p>
        </p:txBody>
      </p:sp>
      <p:grpSp>
        <p:nvGrpSpPr>
          <p:cNvPr id="3" name="object 3"/>
          <p:cNvGrpSpPr/>
          <p:nvPr/>
        </p:nvGrpSpPr>
        <p:grpSpPr>
          <a:xfrm>
            <a:off x="1377247" y="2939583"/>
            <a:ext cx="4291965" cy="2534920"/>
            <a:chOff x="1377247" y="2939583"/>
            <a:chExt cx="4291965" cy="2534920"/>
          </a:xfrm>
        </p:grpSpPr>
        <p:sp>
          <p:nvSpPr>
            <p:cNvPr id="4" name="object 4"/>
            <p:cNvSpPr/>
            <p:nvPr/>
          </p:nvSpPr>
          <p:spPr>
            <a:xfrm>
              <a:off x="1385185" y="2947521"/>
              <a:ext cx="537210" cy="2519045"/>
            </a:xfrm>
            <a:custGeom>
              <a:avLst/>
              <a:gdLst/>
              <a:ahLst/>
              <a:cxnLst/>
              <a:rect l="l" t="t" r="r" b="b"/>
              <a:pathLst>
                <a:path w="537210" h="2519045">
                  <a:moveTo>
                    <a:pt x="15265" y="0"/>
                  </a:moveTo>
                  <a:lnTo>
                    <a:pt x="48914" y="34554"/>
                  </a:lnTo>
                  <a:lnTo>
                    <a:pt x="81441" y="69782"/>
                  </a:lnTo>
                  <a:lnTo>
                    <a:pt x="112846" y="105661"/>
                  </a:lnTo>
                  <a:lnTo>
                    <a:pt x="143130" y="142169"/>
                  </a:lnTo>
                  <a:lnTo>
                    <a:pt x="172292" y="179282"/>
                  </a:lnTo>
                  <a:lnTo>
                    <a:pt x="200332" y="216977"/>
                  </a:lnTo>
                  <a:lnTo>
                    <a:pt x="227251" y="255233"/>
                  </a:lnTo>
                  <a:lnTo>
                    <a:pt x="253048" y="294025"/>
                  </a:lnTo>
                  <a:lnTo>
                    <a:pt x="277724" y="333332"/>
                  </a:lnTo>
                  <a:lnTo>
                    <a:pt x="301278" y="373130"/>
                  </a:lnTo>
                  <a:lnTo>
                    <a:pt x="323711" y="413396"/>
                  </a:lnTo>
                  <a:lnTo>
                    <a:pt x="345021" y="454108"/>
                  </a:lnTo>
                  <a:lnTo>
                    <a:pt x="365211" y="495242"/>
                  </a:lnTo>
                  <a:lnTo>
                    <a:pt x="384278" y="536776"/>
                  </a:lnTo>
                  <a:lnTo>
                    <a:pt x="402224" y="578688"/>
                  </a:lnTo>
                  <a:lnTo>
                    <a:pt x="419048" y="620953"/>
                  </a:lnTo>
                  <a:lnTo>
                    <a:pt x="434751" y="663550"/>
                  </a:lnTo>
                  <a:lnTo>
                    <a:pt x="449332" y="706455"/>
                  </a:lnTo>
                  <a:lnTo>
                    <a:pt x="462792" y="749646"/>
                  </a:lnTo>
                  <a:lnTo>
                    <a:pt x="475129" y="793099"/>
                  </a:lnTo>
                  <a:lnTo>
                    <a:pt x="486346" y="836793"/>
                  </a:lnTo>
                  <a:lnTo>
                    <a:pt x="496440" y="880703"/>
                  </a:lnTo>
                  <a:lnTo>
                    <a:pt x="505413" y="924808"/>
                  </a:lnTo>
                  <a:lnTo>
                    <a:pt x="513264" y="969084"/>
                  </a:lnTo>
                  <a:lnTo>
                    <a:pt x="519994" y="1013509"/>
                  </a:lnTo>
                  <a:lnTo>
                    <a:pt x="525602" y="1058059"/>
                  </a:lnTo>
                  <a:lnTo>
                    <a:pt x="530089" y="1102712"/>
                  </a:lnTo>
                  <a:lnTo>
                    <a:pt x="533454" y="1147445"/>
                  </a:lnTo>
                  <a:lnTo>
                    <a:pt x="535697" y="1192235"/>
                  </a:lnTo>
                  <a:lnTo>
                    <a:pt x="536818" y="1237060"/>
                  </a:lnTo>
                  <a:lnTo>
                    <a:pt x="536818" y="1281895"/>
                  </a:lnTo>
                  <a:lnTo>
                    <a:pt x="535697" y="1326720"/>
                  </a:lnTo>
                  <a:lnTo>
                    <a:pt x="533454" y="1371510"/>
                  </a:lnTo>
                  <a:lnTo>
                    <a:pt x="530089" y="1416243"/>
                  </a:lnTo>
                  <a:lnTo>
                    <a:pt x="525602" y="1460896"/>
                  </a:lnTo>
                  <a:lnTo>
                    <a:pt x="519994" y="1505447"/>
                  </a:lnTo>
                  <a:lnTo>
                    <a:pt x="513264" y="1549871"/>
                  </a:lnTo>
                  <a:lnTo>
                    <a:pt x="505413" y="1594147"/>
                  </a:lnTo>
                  <a:lnTo>
                    <a:pt x="496440" y="1638252"/>
                  </a:lnTo>
                  <a:lnTo>
                    <a:pt x="486346" y="1682162"/>
                  </a:lnTo>
                  <a:lnTo>
                    <a:pt x="475129" y="1725856"/>
                  </a:lnTo>
                  <a:lnTo>
                    <a:pt x="462792" y="1769309"/>
                  </a:lnTo>
                  <a:lnTo>
                    <a:pt x="449332" y="1812500"/>
                  </a:lnTo>
                  <a:lnTo>
                    <a:pt x="434751" y="1855405"/>
                  </a:lnTo>
                  <a:lnTo>
                    <a:pt x="419048" y="1898002"/>
                  </a:lnTo>
                  <a:lnTo>
                    <a:pt x="402224" y="1940268"/>
                  </a:lnTo>
                  <a:lnTo>
                    <a:pt x="384278" y="1982179"/>
                  </a:lnTo>
                  <a:lnTo>
                    <a:pt x="365211" y="2023713"/>
                  </a:lnTo>
                  <a:lnTo>
                    <a:pt x="345021" y="2064848"/>
                  </a:lnTo>
                  <a:lnTo>
                    <a:pt x="323711" y="2105559"/>
                  </a:lnTo>
                  <a:lnTo>
                    <a:pt x="301278" y="2145825"/>
                  </a:lnTo>
                  <a:lnTo>
                    <a:pt x="277724" y="2185623"/>
                  </a:lnTo>
                  <a:lnTo>
                    <a:pt x="253048" y="2224930"/>
                  </a:lnTo>
                  <a:lnTo>
                    <a:pt x="227251" y="2263722"/>
                  </a:lnTo>
                  <a:lnTo>
                    <a:pt x="200332" y="2301978"/>
                  </a:lnTo>
                  <a:lnTo>
                    <a:pt x="172292" y="2339673"/>
                  </a:lnTo>
                  <a:lnTo>
                    <a:pt x="143130" y="2376787"/>
                  </a:lnTo>
                  <a:lnTo>
                    <a:pt x="112846" y="2413294"/>
                  </a:lnTo>
                  <a:lnTo>
                    <a:pt x="81441" y="2449173"/>
                  </a:lnTo>
                  <a:lnTo>
                    <a:pt x="48914" y="2484402"/>
                  </a:lnTo>
                  <a:lnTo>
                    <a:pt x="15265" y="2518956"/>
                  </a:lnTo>
                  <a:lnTo>
                    <a:pt x="0" y="2503690"/>
                  </a:lnTo>
                  <a:lnTo>
                    <a:pt x="33785" y="2468980"/>
                  </a:lnTo>
                  <a:lnTo>
                    <a:pt x="66425" y="2433583"/>
                  </a:lnTo>
                  <a:lnTo>
                    <a:pt x="97920" y="2397521"/>
                  </a:lnTo>
                  <a:lnTo>
                    <a:pt x="128269" y="2360819"/>
                  </a:lnTo>
                  <a:lnTo>
                    <a:pt x="157473" y="2323500"/>
                  </a:lnTo>
                  <a:lnTo>
                    <a:pt x="185532" y="2285588"/>
                  </a:lnTo>
                  <a:lnTo>
                    <a:pt x="212446" y="2247107"/>
                  </a:lnTo>
                  <a:lnTo>
                    <a:pt x="238215" y="2208080"/>
                  </a:lnTo>
                  <a:lnTo>
                    <a:pt x="262838" y="2168532"/>
                  </a:lnTo>
                  <a:lnTo>
                    <a:pt x="286316" y="2128485"/>
                  </a:lnTo>
                  <a:lnTo>
                    <a:pt x="308648" y="2087964"/>
                  </a:lnTo>
                  <a:lnTo>
                    <a:pt x="329836" y="2046992"/>
                  </a:lnTo>
                  <a:lnTo>
                    <a:pt x="349878" y="2005594"/>
                  </a:lnTo>
                  <a:lnTo>
                    <a:pt x="368775" y="1963792"/>
                  </a:lnTo>
                  <a:lnTo>
                    <a:pt x="386526" y="1921610"/>
                  </a:lnTo>
                  <a:lnTo>
                    <a:pt x="403133" y="1879073"/>
                  </a:lnTo>
                  <a:lnTo>
                    <a:pt x="418594" y="1836204"/>
                  </a:lnTo>
                  <a:lnTo>
                    <a:pt x="432910" y="1793026"/>
                  </a:lnTo>
                  <a:lnTo>
                    <a:pt x="446080" y="1749564"/>
                  </a:lnTo>
                  <a:lnTo>
                    <a:pt x="458105" y="1705841"/>
                  </a:lnTo>
                  <a:lnTo>
                    <a:pt x="468985" y="1661881"/>
                  </a:lnTo>
                  <a:lnTo>
                    <a:pt x="478720" y="1617707"/>
                  </a:lnTo>
                  <a:lnTo>
                    <a:pt x="487310" y="1573343"/>
                  </a:lnTo>
                  <a:lnTo>
                    <a:pt x="494754" y="1528814"/>
                  </a:lnTo>
                  <a:lnTo>
                    <a:pt x="501053" y="1484142"/>
                  </a:lnTo>
                  <a:lnTo>
                    <a:pt x="506207" y="1439351"/>
                  </a:lnTo>
                  <a:lnTo>
                    <a:pt x="510215" y="1394466"/>
                  </a:lnTo>
                  <a:lnTo>
                    <a:pt x="513078" y="1349509"/>
                  </a:lnTo>
                  <a:lnTo>
                    <a:pt x="514796" y="1304505"/>
                  </a:lnTo>
                  <a:lnTo>
                    <a:pt x="515369" y="1259478"/>
                  </a:lnTo>
                  <a:lnTo>
                    <a:pt x="514796" y="1214450"/>
                  </a:lnTo>
                  <a:lnTo>
                    <a:pt x="513078" y="1169446"/>
                  </a:lnTo>
                  <a:lnTo>
                    <a:pt x="510215" y="1124489"/>
                  </a:lnTo>
                  <a:lnTo>
                    <a:pt x="506207" y="1079604"/>
                  </a:lnTo>
                  <a:lnTo>
                    <a:pt x="501053" y="1034813"/>
                  </a:lnTo>
                  <a:lnTo>
                    <a:pt x="494754" y="990141"/>
                  </a:lnTo>
                  <a:lnTo>
                    <a:pt x="487310" y="945612"/>
                  </a:lnTo>
                  <a:lnTo>
                    <a:pt x="478720" y="901248"/>
                  </a:lnTo>
                  <a:lnTo>
                    <a:pt x="468985" y="857075"/>
                  </a:lnTo>
                  <a:lnTo>
                    <a:pt x="458105" y="813114"/>
                  </a:lnTo>
                  <a:lnTo>
                    <a:pt x="446080" y="769391"/>
                  </a:lnTo>
                  <a:lnTo>
                    <a:pt x="432910" y="725929"/>
                  </a:lnTo>
                  <a:lnTo>
                    <a:pt x="418594" y="682751"/>
                  </a:lnTo>
                  <a:lnTo>
                    <a:pt x="403133" y="639882"/>
                  </a:lnTo>
                  <a:lnTo>
                    <a:pt x="386526" y="597345"/>
                  </a:lnTo>
                  <a:lnTo>
                    <a:pt x="368775" y="555163"/>
                  </a:lnTo>
                  <a:lnTo>
                    <a:pt x="349878" y="513362"/>
                  </a:lnTo>
                  <a:lnTo>
                    <a:pt x="329836" y="471963"/>
                  </a:lnTo>
                  <a:lnTo>
                    <a:pt x="308648" y="430991"/>
                  </a:lnTo>
                  <a:lnTo>
                    <a:pt x="286316" y="390470"/>
                  </a:lnTo>
                  <a:lnTo>
                    <a:pt x="262838" y="350424"/>
                  </a:lnTo>
                  <a:lnTo>
                    <a:pt x="238215" y="310875"/>
                  </a:lnTo>
                  <a:lnTo>
                    <a:pt x="212446" y="271848"/>
                  </a:lnTo>
                  <a:lnTo>
                    <a:pt x="185532" y="233367"/>
                  </a:lnTo>
                  <a:lnTo>
                    <a:pt x="157473" y="195455"/>
                  </a:lnTo>
                  <a:lnTo>
                    <a:pt x="128269" y="158136"/>
                  </a:lnTo>
                  <a:lnTo>
                    <a:pt x="97920" y="121434"/>
                  </a:lnTo>
                  <a:lnTo>
                    <a:pt x="66425" y="85372"/>
                  </a:lnTo>
                  <a:lnTo>
                    <a:pt x="33785" y="49975"/>
                  </a:lnTo>
                  <a:lnTo>
                    <a:pt x="0" y="15265"/>
                  </a:lnTo>
                  <a:lnTo>
                    <a:pt x="15265" y="0"/>
                  </a:lnTo>
                  <a:close/>
                </a:path>
              </a:pathLst>
            </a:custGeom>
            <a:ln w="15875">
              <a:solidFill>
                <a:srgbClr val="BC572C"/>
              </a:solidFill>
            </a:ln>
          </p:spPr>
          <p:txBody>
            <a:bodyPr wrap="square" lIns="0" tIns="0" rIns="0" bIns="0" rtlCol="0"/>
            <a:lstStyle/>
            <a:p>
              <a:endParaRPr/>
            </a:p>
          </p:txBody>
        </p:sp>
        <p:sp>
          <p:nvSpPr>
            <p:cNvPr id="5" name="object 5"/>
            <p:cNvSpPr/>
            <p:nvPr/>
          </p:nvSpPr>
          <p:spPr>
            <a:xfrm>
              <a:off x="1648587" y="3088767"/>
              <a:ext cx="4013200" cy="407034"/>
            </a:xfrm>
            <a:custGeom>
              <a:avLst/>
              <a:gdLst/>
              <a:ahLst/>
              <a:cxnLst/>
              <a:rect l="l" t="t" r="r" b="b"/>
              <a:pathLst>
                <a:path w="4013200" h="407035">
                  <a:moveTo>
                    <a:pt x="4012691" y="0"/>
                  </a:moveTo>
                  <a:lnTo>
                    <a:pt x="0" y="0"/>
                  </a:lnTo>
                  <a:lnTo>
                    <a:pt x="0" y="406908"/>
                  </a:lnTo>
                  <a:lnTo>
                    <a:pt x="4012691" y="406908"/>
                  </a:lnTo>
                  <a:lnTo>
                    <a:pt x="4012691" y="0"/>
                  </a:lnTo>
                  <a:close/>
                </a:path>
              </a:pathLst>
            </a:custGeom>
            <a:solidFill>
              <a:srgbClr val="BC572C"/>
            </a:solidFill>
          </p:spPr>
          <p:txBody>
            <a:bodyPr wrap="square" lIns="0" tIns="0" rIns="0" bIns="0" rtlCol="0"/>
            <a:lstStyle/>
            <a:p>
              <a:endParaRPr/>
            </a:p>
          </p:txBody>
        </p:sp>
        <p:sp>
          <p:nvSpPr>
            <p:cNvPr id="6" name="object 6"/>
            <p:cNvSpPr/>
            <p:nvPr/>
          </p:nvSpPr>
          <p:spPr>
            <a:xfrm>
              <a:off x="1648587" y="3088767"/>
              <a:ext cx="4013200" cy="407034"/>
            </a:xfrm>
            <a:custGeom>
              <a:avLst/>
              <a:gdLst/>
              <a:ahLst/>
              <a:cxnLst/>
              <a:rect l="l" t="t" r="r" b="b"/>
              <a:pathLst>
                <a:path w="4013200" h="407035">
                  <a:moveTo>
                    <a:pt x="0" y="0"/>
                  </a:moveTo>
                  <a:lnTo>
                    <a:pt x="4012691" y="0"/>
                  </a:lnTo>
                  <a:lnTo>
                    <a:pt x="4012691" y="406908"/>
                  </a:lnTo>
                  <a:lnTo>
                    <a:pt x="0" y="406908"/>
                  </a:lnTo>
                  <a:lnTo>
                    <a:pt x="0" y="0"/>
                  </a:lnTo>
                  <a:close/>
                </a:path>
              </a:pathLst>
            </a:custGeom>
            <a:ln w="15875">
              <a:solidFill>
                <a:srgbClr val="FFFFFF"/>
              </a:solidFill>
            </a:ln>
          </p:spPr>
          <p:txBody>
            <a:bodyPr wrap="square" lIns="0" tIns="0" rIns="0" bIns="0" rtlCol="0"/>
            <a:lstStyle/>
            <a:p>
              <a:endParaRPr/>
            </a:p>
          </p:txBody>
        </p:sp>
      </p:grpSp>
      <p:sp>
        <p:nvSpPr>
          <p:cNvPr id="7" name="object 7"/>
          <p:cNvSpPr txBox="1"/>
          <p:nvPr/>
        </p:nvSpPr>
        <p:spPr>
          <a:xfrm>
            <a:off x="1958079" y="3110097"/>
            <a:ext cx="2460625" cy="330200"/>
          </a:xfrm>
          <a:prstGeom prst="rect">
            <a:avLst/>
          </a:prstGeom>
        </p:spPr>
        <p:txBody>
          <a:bodyPr vert="horz" wrap="square" lIns="0" tIns="12065" rIns="0" bIns="0" rtlCol="0">
            <a:spAutoFit/>
          </a:bodyPr>
          <a:lstStyle/>
          <a:p>
            <a:pPr marL="12700">
              <a:lnSpc>
                <a:spcPct val="100000"/>
              </a:lnSpc>
              <a:spcBef>
                <a:spcPts val="95"/>
              </a:spcBef>
            </a:pPr>
            <a:r>
              <a:rPr sz="2000" spc="85" dirty="0">
                <a:solidFill>
                  <a:srgbClr val="FFFFFF"/>
                </a:solidFill>
                <a:latin typeface="Arial MT"/>
                <a:cs typeface="Arial MT"/>
              </a:rPr>
              <a:t>Handling</a:t>
            </a:r>
            <a:r>
              <a:rPr sz="2000" spc="20" dirty="0">
                <a:solidFill>
                  <a:srgbClr val="FFFFFF"/>
                </a:solidFill>
                <a:latin typeface="Arial MT"/>
                <a:cs typeface="Arial MT"/>
              </a:rPr>
              <a:t> </a:t>
            </a:r>
            <a:r>
              <a:rPr sz="2000" spc="70" dirty="0">
                <a:solidFill>
                  <a:srgbClr val="FFFFFF"/>
                </a:solidFill>
                <a:latin typeface="Arial MT"/>
                <a:cs typeface="Arial MT"/>
              </a:rPr>
              <a:t>Large</a:t>
            </a:r>
            <a:r>
              <a:rPr sz="2000" spc="25" dirty="0">
                <a:solidFill>
                  <a:srgbClr val="FFFFFF"/>
                </a:solidFill>
                <a:latin typeface="Arial MT"/>
                <a:cs typeface="Arial MT"/>
              </a:rPr>
              <a:t> </a:t>
            </a:r>
            <a:r>
              <a:rPr sz="2000" spc="-50" dirty="0">
                <a:solidFill>
                  <a:srgbClr val="FFFFFF"/>
                </a:solidFill>
                <a:latin typeface="Arial MT"/>
                <a:cs typeface="Arial MT"/>
              </a:rPr>
              <a:t>Files</a:t>
            </a:r>
            <a:endParaRPr sz="2000">
              <a:latin typeface="Arial MT"/>
              <a:cs typeface="Arial MT"/>
            </a:endParaRPr>
          </a:p>
        </p:txBody>
      </p:sp>
      <p:grpSp>
        <p:nvGrpSpPr>
          <p:cNvPr id="8" name="object 8"/>
          <p:cNvGrpSpPr/>
          <p:nvPr/>
        </p:nvGrpSpPr>
        <p:grpSpPr>
          <a:xfrm>
            <a:off x="1386141" y="3030537"/>
            <a:ext cx="4283075" cy="1082675"/>
            <a:chOff x="1386141" y="3030537"/>
            <a:chExt cx="4283075" cy="1082675"/>
          </a:xfrm>
        </p:grpSpPr>
        <p:sp>
          <p:nvSpPr>
            <p:cNvPr id="9" name="object 9"/>
            <p:cNvSpPr/>
            <p:nvPr/>
          </p:nvSpPr>
          <p:spPr>
            <a:xfrm>
              <a:off x="1394078" y="3038475"/>
              <a:ext cx="508634" cy="508634"/>
            </a:xfrm>
            <a:custGeom>
              <a:avLst/>
              <a:gdLst/>
              <a:ahLst/>
              <a:cxnLst/>
              <a:rect l="l" t="t" r="r" b="b"/>
              <a:pathLst>
                <a:path w="508635" h="508635">
                  <a:moveTo>
                    <a:pt x="254127" y="0"/>
                  </a:moveTo>
                  <a:lnTo>
                    <a:pt x="208448" y="4094"/>
                  </a:lnTo>
                  <a:lnTo>
                    <a:pt x="165454" y="15899"/>
                  </a:lnTo>
                  <a:lnTo>
                    <a:pt x="125865" y="34696"/>
                  </a:lnTo>
                  <a:lnTo>
                    <a:pt x="90397" y="59768"/>
                  </a:lnTo>
                  <a:lnTo>
                    <a:pt x="59768" y="90397"/>
                  </a:lnTo>
                  <a:lnTo>
                    <a:pt x="34696" y="125865"/>
                  </a:lnTo>
                  <a:lnTo>
                    <a:pt x="15899" y="165454"/>
                  </a:lnTo>
                  <a:lnTo>
                    <a:pt x="4094" y="208448"/>
                  </a:lnTo>
                  <a:lnTo>
                    <a:pt x="0" y="254126"/>
                  </a:lnTo>
                  <a:lnTo>
                    <a:pt x="4094" y="299805"/>
                  </a:lnTo>
                  <a:lnTo>
                    <a:pt x="15899" y="342799"/>
                  </a:lnTo>
                  <a:lnTo>
                    <a:pt x="34696" y="382388"/>
                  </a:lnTo>
                  <a:lnTo>
                    <a:pt x="59768" y="417856"/>
                  </a:lnTo>
                  <a:lnTo>
                    <a:pt x="90397" y="448485"/>
                  </a:lnTo>
                  <a:lnTo>
                    <a:pt x="125865" y="473557"/>
                  </a:lnTo>
                  <a:lnTo>
                    <a:pt x="165454" y="492354"/>
                  </a:lnTo>
                  <a:lnTo>
                    <a:pt x="208448" y="504159"/>
                  </a:lnTo>
                  <a:lnTo>
                    <a:pt x="254127" y="508253"/>
                  </a:lnTo>
                  <a:lnTo>
                    <a:pt x="299805" y="504159"/>
                  </a:lnTo>
                  <a:lnTo>
                    <a:pt x="342799" y="492354"/>
                  </a:lnTo>
                  <a:lnTo>
                    <a:pt x="382388" y="473557"/>
                  </a:lnTo>
                  <a:lnTo>
                    <a:pt x="417856" y="448485"/>
                  </a:lnTo>
                  <a:lnTo>
                    <a:pt x="448485" y="417856"/>
                  </a:lnTo>
                  <a:lnTo>
                    <a:pt x="473557" y="382388"/>
                  </a:lnTo>
                  <a:lnTo>
                    <a:pt x="492354" y="342799"/>
                  </a:lnTo>
                  <a:lnTo>
                    <a:pt x="504159" y="299805"/>
                  </a:lnTo>
                  <a:lnTo>
                    <a:pt x="508254" y="254126"/>
                  </a:lnTo>
                  <a:lnTo>
                    <a:pt x="504159" y="208448"/>
                  </a:lnTo>
                  <a:lnTo>
                    <a:pt x="492354" y="165454"/>
                  </a:lnTo>
                  <a:lnTo>
                    <a:pt x="473557" y="125865"/>
                  </a:lnTo>
                  <a:lnTo>
                    <a:pt x="448485" y="90397"/>
                  </a:lnTo>
                  <a:lnTo>
                    <a:pt x="417856" y="59768"/>
                  </a:lnTo>
                  <a:lnTo>
                    <a:pt x="382388" y="34696"/>
                  </a:lnTo>
                  <a:lnTo>
                    <a:pt x="342799" y="15899"/>
                  </a:lnTo>
                  <a:lnTo>
                    <a:pt x="299805" y="4094"/>
                  </a:lnTo>
                  <a:lnTo>
                    <a:pt x="254127" y="0"/>
                  </a:lnTo>
                  <a:close/>
                </a:path>
              </a:pathLst>
            </a:custGeom>
            <a:solidFill>
              <a:srgbClr val="FFFFFF"/>
            </a:solidFill>
          </p:spPr>
          <p:txBody>
            <a:bodyPr wrap="square" lIns="0" tIns="0" rIns="0" bIns="0" rtlCol="0"/>
            <a:lstStyle/>
            <a:p>
              <a:endParaRPr/>
            </a:p>
          </p:txBody>
        </p:sp>
        <p:sp>
          <p:nvSpPr>
            <p:cNvPr id="10" name="object 10"/>
            <p:cNvSpPr/>
            <p:nvPr/>
          </p:nvSpPr>
          <p:spPr>
            <a:xfrm>
              <a:off x="1394078" y="3038475"/>
              <a:ext cx="508634" cy="508634"/>
            </a:xfrm>
            <a:custGeom>
              <a:avLst/>
              <a:gdLst/>
              <a:ahLst/>
              <a:cxnLst/>
              <a:rect l="l" t="t" r="r" b="b"/>
              <a:pathLst>
                <a:path w="508635" h="508635">
                  <a:moveTo>
                    <a:pt x="0" y="254126"/>
                  </a:moveTo>
                  <a:lnTo>
                    <a:pt x="4094" y="208448"/>
                  </a:lnTo>
                  <a:lnTo>
                    <a:pt x="15899" y="165454"/>
                  </a:lnTo>
                  <a:lnTo>
                    <a:pt x="34696" y="125865"/>
                  </a:lnTo>
                  <a:lnTo>
                    <a:pt x="59768" y="90397"/>
                  </a:lnTo>
                  <a:lnTo>
                    <a:pt x="90397" y="59768"/>
                  </a:lnTo>
                  <a:lnTo>
                    <a:pt x="125865" y="34696"/>
                  </a:lnTo>
                  <a:lnTo>
                    <a:pt x="165454" y="15899"/>
                  </a:lnTo>
                  <a:lnTo>
                    <a:pt x="208448" y="4094"/>
                  </a:lnTo>
                  <a:lnTo>
                    <a:pt x="254127" y="0"/>
                  </a:lnTo>
                  <a:lnTo>
                    <a:pt x="299805" y="4094"/>
                  </a:lnTo>
                  <a:lnTo>
                    <a:pt x="342799" y="15899"/>
                  </a:lnTo>
                  <a:lnTo>
                    <a:pt x="382388" y="34696"/>
                  </a:lnTo>
                  <a:lnTo>
                    <a:pt x="417856" y="59768"/>
                  </a:lnTo>
                  <a:lnTo>
                    <a:pt x="448485" y="90397"/>
                  </a:lnTo>
                  <a:lnTo>
                    <a:pt x="473557" y="125865"/>
                  </a:lnTo>
                  <a:lnTo>
                    <a:pt x="492354" y="165454"/>
                  </a:lnTo>
                  <a:lnTo>
                    <a:pt x="504159" y="208448"/>
                  </a:lnTo>
                  <a:lnTo>
                    <a:pt x="508254" y="254126"/>
                  </a:lnTo>
                  <a:lnTo>
                    <a:pt x="504159" y="299805"/>
                  </a:lnTo>
                  <a:lnTo>
                    <a:pt x="492354" y="342799"/>
                  </a:lnTo>
                  <a:lnTo>
                    <a:pt x="473557" y="382388"/>
                  </a:lnTo>
                  <a:lnTo>
                    <a:pt x="448485" y="417856"/>
                  </a:lnTo>
                  <a:lnTo>
                    <a:pt x="417856" y="448485"/>
                  </a:lnTo>
                  <a:lnTo>
                    <a:pt x="382388" y="473557"/>
                  </a:lnTo>
                  <a:lnTo>
                    <a:pt x="342799" y="492354"/>
                  </a:lnTo>
                  <a:lnTo>
                    <a:pt x="299805" y="504159"/>
                  </a:lnTo>
                  <a:lnTo>
                    <a:pt x="254127" y="508253"/>
                  </a:lnTo>
                  <a:lnTo>
                    <a:pt x="208448" y="504159"/>
                  </a:lnTo>
                  <a:lnTo>
                    <a:pt x="165454" y="492354"/>
                  </a:lnTo>
                  <a:lnTo>
                    <a:pt x="125865" y="473557"/>
                  </a:lnTo>
                  <a:lnTo>
                    <a:pt x="90397" y="448485"/>
                  </a:lnTo>
                  <a:lnTo>
                    <a:pt x="59768" y="417856"/>
                  </a:lnTo>
                  <a:lnTo>
                    <a:pt x="34696" y="382388"/>
                  </a:lnTo>
                  <a:lnTo>
                    <a:pt x="15899" y="342799"/>
                  </a:lnTo>
                  <a:lnTo>
                    <a:pt x="4094" y="299805"/>
                  </a:lnTo>
                  <a:lnTo>
                    <a:pt x="0" y="254126"/>
                  </a:lnTo>
                  <a:close/>
                </a:path>
              </a:pathLst>
            </a:custGeom>
            <a:ln w="15875">
              <a:solidFill>
                <a:srgbClr val="BC572C"/>
              </a:solidFill>
            </a:ln>
          </p:spPr>
          <p:txBody>
            <a:bodyPr wrap="square" lIns="0" tIns="0" rIns="0" bIns="0" rtlCol="0"/>
            <a:lstStyle/>
            <a:p>
              <a:endParaRPr/>
            </a:p>
          </p:txBody>
        </p:sp>
        <p:sp>
          <p:nvSpPr>
            <p:cNvPr id="11" name="object 11"/>
            <p:cNvSpPr/>
            <p:nvPr/>
          </p:nvSpPr>
          <p:spPr>
            <a:xfrm>
              <a:off x="1881758" y="3699129"/>
              <a:ext cx="3779520" cy="406400"/>
            </a:xfrm>
            <a:custGeom>
              <a:avLst/>
              <a:gdLst/>
              <a:ahLst/>
              <a:cxnLst/>
              <a:rect l="l" t="t" r="r" b="b"/>
              <a:pathLst>
                <a:path w="3779520" h="406400">
                  <a:moveTo>
                    <a:pt x="3779520" y="0"/>
                  </a:moveTo>
                  <a:lnTo>
                    <a:pt x="0" y="0"/>
                  </a:lnTo>
                  <a:lnTo>
                    <a:pt x="0" y="406146"/>
                  </a:lnTo>
                  <a:lnTo>
                    <a:pt x="3779520" y="406146"/>
                  </a:lnTo>
                  <a:lnTo>
                    <a:pt x="3779520" y="0"/>
                  </a:lnTo>
                  <a:close/>
                </a:path>
              </a:pathLst>
            </a:custGeom>
            <a:solidFill>
              <a:srgbClr val="855540"/>
            </a:solidFill>
          </p:spPr>
          <p:txBody>
            <a:bodyPr wrap="square" lIns="0" tIns="0" rIns="0" bIns="0" rtlCol="0"/>
            <a:lstStyle/>
            <a:p>
              <a:endParaRPr/>
            </a:p>
          </p:txBody>
        </p:sp>
        <p:sp>
          <p:nvSpPr>
            <p:cNvPr id="12" name="object 12"/>
            <p:cNvSpPr/>
            <p:nvPr/>
          </p:nvSpPr>
          <p:spPr>
            <a:xfrm>
              <a:off x="1881758" y="3699129"/>
              <a:ext cx="3779520" cy="406400"/>
            </a:xfrm>
            <a:custGeom>
              <a:avLst/>
              <a:gdLst/>
              <a:ahLst/>
              <a:cxnLst/>
              <a:rect l="l" t="t" r="r" b="b"/>
              <a:pathLst>
                <a:path w="3779520" h="406400">
                  <a:moveTo>
                    <a:pt x="0" y="0"/>
                  </a:moveTo>
                  <a:lnTo>
                    <a:pt x="3779520" y="0"/>
                  </a:lnTo>
                  <a:lnTo>
                    <a:pt x="3779520" y="406146"/>
                  </a:lnTo>
                  <a:lnTo>
                    <a:pt x="0" y="406146"/>
                  </a:lnTo>
                  <a:lnTo>
                    <a:pt x="0" y="0"/>
                  </a:lnTo>
                  <a:close/>
                </a:path>
              </a:pathLst>
            </a:custGeom>
            <a:ln w="15874">
              <a:solidFill>
                <a:srgbClr val="FFFFFF"/>
              </a:solidFill>
            </a:ln>
          </p:spPr>
          <p:txBody>
            <a:bodyPr wrap="square" lIns="0" tIns="0" rIns="0" bIns="0" rtlCol="0"/>
            <a:lstStyle/>
            <a:p>
              <a:endParaRPr/>
            </a:p>
          </p:txBody>
        </p:sp>
      </p:grpSp>
      <p:sp>
        <p:nvSpPr>
          <p:cNvPr id="13" name="object 13"/>
          <p:cNvSpPr txBox="1"/>
          <p:nvPr/>
        </p:nvSpPr>
        <p:spPr>
          <a:xfrm>
            <a:off x="2191166" y="3720035"/>
            <a:ext cx="2395855" cy="330200"/>
          </a:xfrm>
          <a:prstGeom prst="rect">
            <a:avLst/>
          </a:prstGeom>
        </p:spPr>
        <p:txBody>
          <a:bodyPr vert="horz" wrap="square" lIns="0" tIns="12065" rIns="0" bIns="0" rtlCol="0">
            <a:spAutoFit/>
          </a:bodyPr>
          <a:lstStyle/>
          <a:p>
            <a:pPr marL="12700">
              <a:lnSpc>
                <a:spcPct val="100000"/>
              </a:lnSpc>
              <a:spcBef>
                <a:spcPts val="95"/>
              </a:spcBef>
            </a:pPr>
            <a:r>
              <a:rPr sz="2000" dirty="0">
                <a:solidFill>
                  <a:srgbClr val="FFFFFF"/>
                </a:solidFill>
                <a:latin typeface="Arial MT"/>
                <a:cs typeface="Arial MT"/>
              </a:rPr>
              <a:t>Binary</a:t>
            </a:r>
            <a:r>
              <a:rPr sz="2000" spc="-20" dirty="0">
                <a:solidFill>
                  <a:srgbClr val="FFFFFF"/>
                </a:solidFill>
                <a:latin typeface="Arial MT"/>
                <a:cs typeface="Arial MT"/>
              </a:rPr>
              <a:t> File</a:t>
            </a:r>
            <a:r>
              <a:rPr sz="2000" spc="-25" dirty="0">
                <a:solidFill>
                  <a:srgbClr val="FFFFFF"/>
                </a:solidFill>
                <a:latin typeface="Arial MT"/>
                <a:cs typeface="Arial MT"/>
              </a:rPr>
              <a:t> </a:t>
            </a:r>
            <a:r>
              <a:rPr sz="2000" spc="75" dirty="0">
                <a:solidFill>
                  <a:srgbClr val="FFFFFF"/>
                </a:solidFill>
                <a:latin typeface="Arial MT"/>
                <a:cs typeface="Arial MT"/>
              </a:rPr>
              <a:t>Handling</a:t>
            </a:r>
            <a:endParaRPr sz="2000">
              <a:latin typeface="Arial MT"/>
              <a:cs typeface="Arial MT"/>
            </a:endParaRPr>
          </a:p>
        </p:txBody>
      </p:sp>
      <p:grpSp>
        <p:nvGrpSpPr>
          <p:cNvPr id="14" name="object 14"/>
          <p:cNvGrpSpPr/>
          <p:nvPr/>
        </p:nvGrpSpPr>
        <p:grpSpPr>
          <a:xfrm>
            <a:off x="1619313" y="3640137"/>
            <a:ext cx="4050029" cy="1083945"/>
            <a:chOff x="1619313" y="3640137"/>
            <a:chExt cx="4050029" cy="1083945"/>
          </a:xfrm>
        </p:grpSpPr>
        <p:sp>
          <p:nvSpPr>
            <p:cNvPr id="15" name="object 15"/>
            <p:cNvSpPr/>
            <p:nvPr/>
          </p:nvSpPr>
          <p:spPr>
            <a:xfrm>
              <a:off x="1627250" y="3648075"/>
              <a:ext cx="508634" cy="508634"/>
            </a:xfrm>
            <a:custGeom>
              <a:avLst/>
              <a:gdLst/>
              <a:ahLst/>
              <a:cxnLst/>
              <a:rect l="l" t="t" r="r" b="b"/>
              <a:pathLst>
                <a:path w="508635" h="508635">
                  <a:moveTo>
                    <a:pt x="254127" y="0"/>
                  </a:moveTo>
                  <a:lnTo>
                    <a:pt x="208448" y="4094"/>
                  </a:lnTo>
                  <a:lnTo>
                    <a:pt x="165454" y="15899"/>
                  </a:lnTo>
                  <a:lnTo>
                    <a:pt x="125865" y="34696"/>
                  </a:lnTo>
                  <a:lnTo>
                    <a:pt x="90397" y="59768"/>
                  </a:lnTo>
                  <a:lnTo>
                    <a:pt x="59768" y="90397"/>
                  </a:lnTo>
                  <a:lnTo>
                    <a:pt x="34696" y="125865"/>
                  </a:lnTo>
                  <a:lnTo>
                    <a:pt x="15899" y="165454"/>
                  </a:lnTo>
                  <a:lnTo>
                    <a:pt x="4094" y="208448"/>
                  </a:lnTo>
                  <a:lnTo>
                    <a:pt x="0" y="254126"/>
                  </a:lnTo>
                  <a:lnTo>
                    <a:pt x="4094" y="299805"/>
                  </a:lnTo>
                  <a:lnTo>
                    <a:pt x="15899" y="342799"/>
                  </a:lnTo>
                  <a:lnTo>
                    <a:pt x="34696" y="382388"/>
                  </a:lnTo>
                  <a:lnTo>
                    <a:pt x="59768" y="417856"/>
                  </a:lnTo>
                  <a:lnTo>
                    <a:pt x="90397" y="448485"/>
                  </a:lnTo>
                  <a:lnTo>
                    <a:pt x="125865" y="473557"/>
                  </a:lnTo>
                  <a:lnTo>
                    <a:pt x="165454" y="492354"/>
                  </a:lnTo>
                  <a:lnTo>
                    <a:pt x="208448" y="504159"/>
                  </a:lnTo>
                  <a:lnTo>
                    <a:pt x="254127" y="508253"/>
                  </a:lnTo>
                  <a:lnTo>
                    <a:pt x="299805" y="504159"/>
                  </a:lnTo>
                  <a:lnTo>
                    <a:pt x="342799" y="492354"/>
                  </a:lnTo>
                  <a:lnTo>
                    <a:pt x="382388" y="473557"/>
                  </a:lnTo>
                  <a:lnTo>
                    <a:pt x="417856" y="448485"/>
                  </a:lnTo>
                  <a:lnTo>
                    <a:pt x="448485" y="417856"/>
                  </a:lnTo>
                  <a:lnTo>
                    <a:pt x="473557" y="382388"/>
                  </a:lnTo>
                  <a:lnTo>
                    <a:pt x="492354" y="342799"/>
                  </a:lnTo>
                  <a:lnTo>
                    <a:pt x="504159" y="299805"/>
                  </a:lnTo>
                  <a:lnTo>
                    <a:pt x="508254" y="254126"/>
                  </a:lnTo>
                  <a:lnTo>
                    <a:pt x="504159" y="208448"/>
                  </a:lnTo>
                  <a:lnTo>
                    <a:pt x="492354" y="165454"/>
                  </a:lnTo>
                  <a:lnTo>
                    <a:pt x="473557" y="125865"/>
                  </a:lnTo>
                  <a:lnTo>
                    <a:pt x="448485" y="90397"/>
                  </a:lnTo>
                  <a:lnTo>
                    <a:pt x="417856" y="59768"/>
                  </a:lnTo>
                  <a:lnTo>
                    <a:pt x="382388" y="34696"/>
                  </a:lnTo>
                  <a:lnTo>
                    <a:pt x="342799" y="15899"/>
                  </a:lnTo>
                  <a:lnTo>
                    <a:pt x="299805" y="4094"/>
                  </a:lnTo>
                  <a:lnTo>
                    <a:pt x="254127" y="0"/>
                  </a:lnTo>
                  <a:close/>
                </a:path>
              </a:pathLst>
            </a:custGeom>
            <a:solidFill>
              <a:srgbClr val="FFFFFF"/>
            </a:solidFill>
          </p:spPr>
          <p:txBody>
            <a:bodyPr wrap="square" lIns="0" tIns="0" rIns="0" bIns="0" rtlCol="0"/>
            <a:lstStyle/>
            <a:p>
              <a:endParaRPr/>
            </a:p>
          </p:txBody>
        </p:sp>
        <p:sp>
          <p:nvSpPr>
            <p:cNvPr id="16" name="object 16"/>
            <p:cNvSpPr/>
            <p:nvPr/>
          </p:nvSpPr>
          <p:spPr>
            <a:xfrm>
              <a:off x="1627250" y="3648075"/>
              <a:ext cx="508634" cy="508634"/>
            </a:xfrm>
            <a:custGeom>
              <a:avLst/>
              <a:gdLst/>
              <a:ahLst/>
              <a:cxnLst/>
              <a:rect l="l" t="t" r="r" b="b"/>
              <a:pathLst>
                <a:path w="508635" h="508635">
                  <a:moveTo>
                    <a:pt x="0" y="254126"/>
                  </a:moveTo>
                  <a:lnTo>
                    <a:pt x="4094" y="208448"/>
                  </a:lnTo>
                  <a:lnTo>
                    <a:pt x="15899" y="165454"/>
                  </a:lnTo>
                  <a:lnTo>
                    <a:pt x="34696" y="125865"/>
                  </a:lnTo>
                  <a:lnTo>
                    <a:pt x="59768" y="90397"/>
                  </a:lnTo>
                  <a:lnTo>
                    <a:pt x="90397" y="59768"/>
                  </a:lnTo>
                  <a:lnTo>
                    <a:pt x="125865" y="34696"/>
                  </a:lnTo>
                  <a:lnTo>
                    <a:pt x="165454" y="15899"/>
                  </a:lnTo>
                  <a:lnTo>
                    <a:pt x="208448" y="4094"/>
                  </a:lnTo>
                  <a:lnTo>
                    <a:pt x="254127" y="0"/>
                  </a:lnTo>
                  <a:lnTo>
                    <a:pt x="299805" y="4094"/>
                  </a:lnTo>
                  <a:lnTo>
                    <a:pt x="342799" y="15899"/>
                  </a:lnTo>
                  <a:lnTo>
                    <a:pt x="382388" y="34696"/>
                  </a:lnTo>
                  <a:lnTo>
                    <a:pt x="417856" y="59768"/>
                  </a:lnTo>
                  <a:lnTo>
                    <a:pt x="448485" y="90397"/>
                  </a:lnTo>
                  <a:lnTo>
                    <a:pt x="473557" y="125865"/>
                  </a:lnTo>
                  <a:lnTo>
                    <a:pt x="492354" y="165454"/>
                  </a:lnTo>
                  <a:lnTo>
                    <a:pt x="504159" y="208448"/>
                  </a:lnTo>
                  <a:lnTo>
                    <a:pt x="508254" y="254126"/>
                  </a:lnTo>
                  <a:lnTo>
                    <a:pt x="504159" y="299805"/>
                  </a:lnTo>
                  <a:lnTo>
                    <a:pt x="492354" y="342799"/>
                  </a:lnTo>
                  <a:lnTo>
                    <a:pt x="473557" y="382388"/>
                  </a:lnTo>
                  <a:lnTo>
                    <a:pt x="448485" y="417856"/>
                  </a:lnTo>
                  <a:lnTo>
                    <a:pt x="417856" y="448485"/>
                  </a:lnTo>
                  <a:lnTo>
                    <a:pt x="382388" y="473557"/>
                  </a:lnTo>
                  <a:lnTo>
                    <a:pt x="342799" y="492354"/>
                  </a:lnTo>
                  <a:lnTo>
                    <a:pt x="299805" y="504159"/>
                  </a:lnTo>
                  <a:lnTo>
                    <a:pt x="254127" y="508253"/>
                  </a:lnTo>
                  <a:lnTo>
                    <a:pt x="208448" y="504159"/>
                  </a:lnTo>
                  <a:lnTo>
                    <a:pt x="165454" y="492354"/>
                  </a:lnTo>
                  <a:lnTo>
                    <a:pt x="125865" y="473557"/>
                  </a:lnTo>
                  <a:lnTo>
                    <a:pt x="90397" y="448485"/>
                  </a:lnTo>
                  <a:lnTo>
                    <a:pt x="59768" y="417856"/>
                  </a:lnTo>
                  <a:lnTo>
                    <a:pt x="34696" y="382388"/>
                  </a:lnTo>
                  <a:lnTo>
                    <a:pt x="15899" y="342799"/>
                  </a:lnTo>
                  <a:lnTo>
                    <a:pt x="4094" y="299805"/>
                  </a:lnTo>
                  <a:lnTo>
                    <a:pt x="0" y="254126"/>
                  </a:lnTo>
                  <a:close/>
                </a:path>
              </a:pathLst>
            </a:custGeom>
            <a:ln w="15875">
              <a:solidFill>
                <a:srgbClr val="855540"/>
              </a:solidFill>
            </a:ln>
          </p:spPr>
          <p:txBody>
            <a:bodyPr wrap="square" lIns="0" tIns="0" rIns="0" bIns="0" rtlCol="0"/>
            <a:lstStyle/>
            <a:p>
              <a:endParaRPr/>
            </a:p>
          </p:txBody>
        </p:sp>
        <p:sp>
          <p:nvSpPr>
            <p:cNvPr id="17" name="object 17"/>
            <p:cNvSpPr/>
            <p:nvPr/>
          </p:nvSpPr>
          <p:spPr>
            <a:xfrm>
              <a:off x="1881758" y="4308729"/>
              <a:ext cx="3779520" cy="407034"/>
            </a:xfrm>
            <a:custGeom>
              <a:avLst/>
              <a:gdLst/>
              <a:ahLst/>
              <a:cxnLst/>
              <a:rect l="l" t="t" r="r" b="b"/>
              <a:pathLst>
                <a:path w="3779520" h="407035">
                  <a:moveTo>
                    <a:pt x="3779520" y="0"/>
                  </a:moveTo>
                  <a:lnTo>
                    <a:pt x="0" y="0"/>
                  </a:lnTo>
                  <a:lnTo>
                    <a:pt x="0" y="406908"/>
                  </a:lnTo>
                  <a:lnTo>
                    <a:pt x="3779520" y="406908"/>
                  </a:lnTo>
                  <a:lnTo>
                    <a:pt x="3779520" y="0"/>
                  </a:lnTo>
                  <a:close/>
                </a:path>
              </a:pathLst>
            </a:custGeom>
            <a:solidFill>
              <a:srgbClr val="9B8356"/>
            </a:solidFill>
          </p:spPr>
          <p:txBody>
            <a:bodyPr wrap="square" lIns="0" tIns="0" rIns="0" bIns="0" rtlCol="0"/>
            <a:lstStyle/>
            <a:p>
              <a:endParaRPr/>
            </a:p>
          </p:txBody>
        </p:sp>
        <p:sp>
          <p:nvSpPr>
            <p:cNvPr id="18" name="object 18"/>
            <p:cNvSpPr/>
            <p:nvPr/>
          </p:nvSpPr>
          <p:spPr>
            <a:xfrm>
              <a:off x="1881758" y="4308729"/>
              <a:ext cx="3779520" cy="407034"/>
            </a:xfrm>
            <a:custGeom>
              <a:avLst/>
              <a:gdLst/>
              <a:ahLst/>
              <a:cxnLst/>
              <a:rect l="l" t="t" r="r" b="b"/>
              <a:pathLst>
                <a:path w="3779520" h="407035">
                  <a:moveTo>
                    <a:pt x="0" y="0"/>
                  </a:moveTo>
                  <a:lnTo>
                    <a:pt x="3779520" y="0"/>
                  </a:lnTo>
                  <a:lnTo>
                    <a:pt x="3779520" y="406908"/>
                  </a:lnTo>
                  <a:lnTo>
                    <a:pt x="0" y="406908"/>
                  </a:lnTo>
                  <a:lnTo>
                    <a:pt x="0" y="0"/>
                  </a:lnTo>
                  <a:close/>
                </a:path>
              </a:pathLst>
            </a:custGeom>
            <a:ln w="15875">
              <a:solidFill>
                <a:srgbClr val="FFFFFF"/>
              </a:solidFill>
            </a:ln>
          </p:spPr>
          <p:txBody>
            <a:bodyPr wrap="square" lIns="0" tIns="0" rIns="0" bIns="0" rtlCol="0"/>
            <a:lstStyle/>
            <a:p>
              <a:endParaRPr/>
            </a:p>
          </p:txBody>
        </p:sp>
      </p:grpSp>
      <p:sp>
        <p:nvSpPr>
          <p:cNvPr id="19" name="object 19"/>
          <p:cNvSpPr txBox="1"/>
          <p:nvPr/>
        </p:nvSpPr>
        <p:spPr>
          <a:xfrm>
            <a:off x="2191166" y="4329972"/>
            <a:ext cx="1436370" cy="330200"/>
          </a:xfrm>
          <a:prstGeom prst="rect">
            <a:avLst/>
          </a:prstGeom>
        </p:spPr>
        <p:txBody>
          <a:bodyPr vert="horz" wrap="square" lIns="0" tIns="12065" rIns="0" bIns="0" rtlCol="0">
            <a:spAutoFit/>
          </a:bodyPr>
          <a:lstStyle/>
          <a:p>
            <a:pPr marL="12700">
              <a:lnSpc>
                <a:spcPct val="100000"/>
              </a:lnSpc>
              <a:spcBef>
                <a:spcPts val="95"/>
              </a:spcBef>
            </a:pPr>
            <a:r>
              <a:rPr sz="2000" spc="-20" dirty="0">
                <a:solidFill>
                  <a:srgbClr val="FFFFFF"/>
                </a:solidFill>
                <a:latin typeface="Arial MT"/>
                <a:cs typeface="Arial MT"/>
              </a:rPr>
              <a:t>File</a:t>
            </a:r>
            <a:r>
              <a:rPr sz="2000" spc="-120" dirty="0">
                <a:solidFill>
                  <a:srgbClr val="FFFFFF"/>
                </a:solidFill>
                <a:latin typeface="Arial MT"/>
                <a:cs typeface="Arial MT"/>
              </a:rPr>
              <a:t> </a:t>
            </a:r>
            <a:r>
              <a:rPr sz="2000" spc="60" dirty="0">
                <a:solidFill>
                  <a:srgbClr val="FFFFFF"/>
                </a:solidFill>
                <a:latin typeface="Arial MT"/>
                <a:cs typeface="Arial MT"/>
              </a:rPr>
              <a:t>Locking</a:t>
            </a:r>
            <a:endParaRPr sz="2000">
              <a:latin typeface="Arial MT"/>
              <a:cs typeface="Arial MT"/>
            </a:endParaRPr>
          </a:p>
        </p:txBody>
      </p:sp>
      <p:grpSp>
        <p:nvGrpSpPr>
          <p:cNvPr id="20" name="object 20"/>
          <p:cNvGrpSpPr/>
          <p:nvPr/>
        </p:nvGrpSpPr>
        <p:grpSpPr>
          <a:xfrm>
            <a:off x="1619313" y="4250499"/>
            <a:ext cx="4050029" cy="1082675"/>
            <a:chOff x="1619313" y="4250499"/>
            <a:chExt cx="4050029" cy="1082675"/>
          </a:xfrm>
        </p:grpSpPr>
        <p:sp>
          <p:nvSpPr>
            <p:cNvPr id="21" name="object 21"/>
            <p:cNvSpPr/>
            <p:nvPr/>
          </p:nvSpPr>
          <p:spPr>
            <a:xfrm>
              <a:off x="1627250" y="4258436"/>
              <a:ext cx="508634" cy="508000"/>
            </a:xfrm>
            <a:custGeom>
              <a:avLst/>
              <a:gdLst/>
              <a:ahLst/>
              <a:cxnLst/>
              <a:rect l="l" t="t" r="r" b="b"/>
              <a:pathLst>
                <a:path w="508635" h="508000">
                  <a:moveTo>
                    <a:pt x="254127" y="0"/>
                  </a:moveTo>
                  <a:lnTo>
                    <a:pt x="208448" y="4088"/>
                  </a:lnTo>
                  <a:lnTo>
                    <a:pt x="165454" y="15874"/>
                  </a:lnTo>
                  <a:lnTo>
                    <a:pt x="125865" y="34642"/>
                  </a:lnTo>
                  <a:lnTo>
                    <a:pt x="90397" y="59676"/>
                  </a:lnTo>
                  <a:lnTo>
                    <a:pt x="59768" y="90258"/>
                  </a:lnTo>
                  <a:lnTo>
                    <a:pt x="34696" y="125673"/>
                  </a:lnTo>
                  <a:lnTo>
                    <a:pt x="15899" y="165204"/>
                  </a:lnTo>
                  <a:lnTo>
                    <a:pt x="4094" y="208133"/>
                  </a:lnTo>
                  <a:lnTo>
                    <a:pt x="0" y="253745"/>
                  </a:lnTo>
                  <a:lnTo>
                    <a:pt x="4094" y="299358"/>
                  </a:lnTo>
                  <a:lnTo>
                    <a:pt x="15899" y="342287"/>
                  </a:lnTo>
                  <a:lnTo>
                    <a:pt x="34696" y="381818"/>
                  </a:lnTo>
                  <a:lnTo>
                    <a:pt x="59768" y="417233"/>
                  </a:lnTo>
                  <a:lnTo>
                    <a:pt x="90397" y="447815"/>
                  </a:lnTo>
                  <a:lnTo>
                    <a:pt x="125865" y="472849"/>
                  </a:lnTo>
                  <a:lnTo>
                    <a:pt x="165454" y="491617"/>
                  </a:lnTo>
                  <a:lnTo>
                    <a:pt x="208448" y="503403"/>
                  </a:lnTo>
                  <a:lnTo>
                    <a:pt x="254127" y="507491"/>
                  </a:lnTo>
                  <a:lnTo>
                    <a:pt x="299805" y="503403"/>
                  </a:lnTo>
                  <a:lnTo>
                    <a:pt x="342799" y="491617"/>
                  </a:lnTo>
                  <a:lnTo>
                    <a:pt x="382388" y="472849"/>
                  </a:lnTo>
                  <a:lnTo>
                    <a:pt x="417856" y="447815"/>
                  </a:lnTo>
                  <a:lnTo>
                    <a:pt x="448485" y="417233"/>
                  </a:lnTo>
                  <a:lnTo>
                    <a:pt x="473557" y="381818"/>
                  </a:lnTo>
                  <a:lnTo>
                    <a:pt x="492354" y="342287"/>
                  </a:lnTo>
                  <a:lnTo>
                    <a:pt x="504159" y="299358"/>
                  </a:lnTo>
                  <a:lnTo>
                    <a:pt x="508254" y="253745"/>
                  </a:lnTo>
                  <a:lnTo>
                    <a:pt x="504159" y="208133"/>
                  </a:lnTo>
                  <a:lnTo>
                    <a:pt x="492354" y="165204"/>
                  </a:lnTo>
                  <a:lnTo>
                    <a:pt x="473557" y="125673"/>
                  </a:lnTo>
                  <a:lnTo>
                    <a:pt x="448485" y="90258"/>
                  </a:lnTo>
                  <a:lnTo>
                    <a:pt x="417856" y="59676"/>
                  </a:lnTo>
                  <a:lnTo>
                    <a:pt x="382388" y="34642"/>
                  </a:lnTo>
                  <a:lnTo>
                    <a:pt x="342799" y="15874"/>
                  </a:lnTo>
                  <a:lnTo>
                    <a:pt x="299805" y="4088"/>
                  </a:lnTo>
                  <a:lnTo>
                    <a:pt x="254127" y="0"/>
                  </a:lnTo>
                  <a:close/>
                </a:path>
              </a:pathLst>
            </a:custGeom>
            <a:solidFill>
              <a:srgbClr val="FFFFFF"/>
            </a:solidFill>
          </p:spPr>
          <p:txBody>
            <a:bodyPr wrap="square" lIns="0" tIns="0" rIns="0" bIns="0" rtlCol="0"/>
            <a:lstStyle/>
            <a:p>
              <a:endParaRPr/>
            </a:p>
          </p:txBody>
        </p:sp>
        <p:sp>
          <p:nvSpPr>
            <p:cNvPr id="22" name="object 22"/>
            <p:cNvSpPr/>
            <p:nvPr/>
          </p:nvSpPr>
          <p:spPr>
            <a:xfrm>
              <a:off x="1627250" y="4258436"/>
              <a:ext cx="508634" cy="508000"/>
            </a:xfrm>
            <a:custGeom>
              <a:avLst/>
              <a:gdLst/>
              <a:ahLst/>
              <a:cxnLst/>
              <a:rect l="l" t="t" r="r" b="b"/>
              <a:pathLst>
                <a:path w="508635" h="508000">
                  <a:moveTo>
                    <a:pt x="0" y="253745"/>
                  </a:moveTo>
                  <a:lnTo>
                    <a:pt x="4094" y="208133"/>
                  </a:lnTo>
                  <a:lnTo>
                    <a:pt x="15899" y="165204"/>
                  </a:lnTo>
                  <a:lnTo>
                    <a:pt x="34696" y="125673"/>
                  </a:lnTo>
                  <a:lnTo>
                    <a:pt x="59768" y="90258"/>
                  </a:lnTo>
                  <a:lnTo>
                    <a:pt x="90397" y="59676"/>
                  </a:lnTo>
                  <a:lnTo>
                    <a:pt x="125865" y="34642"/>
                  </a:lnTo>
                  <a:lnTo>
                    <a:pt x="165454" y="15874"/>
                  </a:lnTo>
                  <a:lnTo>
                    <a:pt x="208448" y="4088"/>
                  </a:lnTo>
                  <a:lnTo>
                    <a:pt x="254127" y="0"/>
                  </a:lnTo>
                  <a:lnTo>
                    <a:pt x="299805" y="4088"/>
                  </a:lnTo>
                  <a:lnTo>
                    <a:pt x="342799" y="15874"/>
                  </a:lnTo>
                  <a:lnTo>
                    <a:pt x="382388" y="34642"/>
                  </a:lnTo>
                  <a:lnTo>
                    <a:pt x="417856" y="59676"/>
                  </a:lnTo>
                  <a:lnTo>
                    <a:pt x="448485" y="90258"/>
                  </a:lnTo>
                  <a:lnTo>
                    <a:pt x="473557" y="125673"/>
                  </a:lnTo>
                  <a:lnTo>
                    <a:pt x="492354" y="165204"/>
                  </a:lnTo>
                  <a:lnTo>
                    <a:pt x="504159" y="208133"/>
                  </a:lnTo>
                  <a:lnTo>
                    <a:pt x="508254" y="253745"/>
                  </a:lnTo>
                  <a:lnTo>
                    <a:pt x="504159" y="299358"/>
                  </a:lnTo>
                  <a:lnTo>
                    <a:pt x="492354" y="342287"/>
                  </a:lnTo>
                  <a:lnTo>
                    <a:pt x="473557" y="381818"/>
                  </a:lnTo>
                  <a:lnTo>
                    <a:pt x="448485" y="417233"/>
                  </a:lnTo>
                  <a:lnTo>
                    <a:pt x="417856" y="447815"/>
                  </a:lnTo>
                  <a:lnTo>
                    <a:pt x="382388" y="472849"/>
                  </a:lnTo>
                  <a:lnTo>
                    <a:pt x="342799" y="491617"/>
                  </a:lnTo>
                  <a:lnTo>
                    <a:pt x="299805" y="503403"/>
                  </a:lnTo>
                  <a:lnTo>
                    <a:pt x="254127" y="507491"/>
                  </a:lnTo>
                  <a:lnTo>
                    <a:pt x="208448" y="503403"/>
                  </a:lnTo>
                  <a:lnTo>
                    <a:pt x="165454" y="491617"/>
                  </a:lnTo>
                  <a:lnTo>
                    <a:pt x="125865" y="472849"/>
                  </a:lnTo>
                  <a:lnTo>
                    <a:pt x="90397" y="447815"/>
                  </a:lnTo>
                  <a:lnTo>
                    <a:pt x="59768" y="417233"/>
                  </a:lnTo>
                  <a:lnTo>
                    <a:pt x="34696" y="381818"/>
                  </a:lnTo>
                  <a:lnTo>
                    <a:pt x="15899" y="342287"/>
                  </a:lnTo>
                  <a:lnTo>
                    <a:pt x="4094" y="299358"/>
                  </a:lnTo>
                  <a:lnTo>
                    <a:pt x="0" y="253745"/>
                  </a:lnTo>
                  <a:close/>
                </a:path>
              </a:pathLst>
            </a:custGeom>
            <a:ln w="15875">
              <a:solidFill>
                <a:srgbClr val="9B8356"/>
              </a:solidFill>
            </a:ln>
          </p:spPr>
          <p:txBody>
            <a:bodyPr wrap="square" lIns="0" tIns="0" rIns="0" bIns="0" rtlCol="0"/>
            <a:lstStyle/>
            <a:p>
              <a:endParaRPr/>
            </a:p>
          </p:txBody>
        </p:sp>
        <p:sp>
          <p:nvSpPr>
            <p:cNvPr id="23" name="object 23"/>
            <p:cNvSpPr/>
            <p:nvPr/>
          </p:nvSpPr>
          <p:spPr>
            <a:xfrm>
              <a:off x="1648586" y="4919090"/>
              <a:ext cx="4013200" cy="406400"/>
            </a:xfrm>
            <a:custGeom>
              <a:avLst/>
              <a:gdLst/>
              <a:ahLst/>
              <a:cxnLst/>
              <a:rect l="l" t="t" r="r" b="b"/>
              <a:pathLst>
                <a:path w="4013200" h="406400">
                  <a:moveTo>
                    <a:pt x="4012691" y="0"/>
                  </a:moveTo>
                  <a:lnTo>
                    <a:pt x="0" y="0"/>
                  </a:lnTo>
                  <a:lnTo>
                    <a:pt x="0" y="406145"/>
                  </a:lnTo>
                  <a:lnTo>
                    <a:pt x="4012691" y="406145"/>
                  </a:lnTo>
                  <a:lnTo>
                    <a:pt x="4012691" y="0"/>
                  </a:lnTo>
                  <a:close/>
                </a:path>
              </a:pathLst>
            </a:custGeom>
            <a:solidFill>
              <a:srgbClr val="6C6834"/>
            </a:solidFill>
          </p:spPr>
          <p:txBody>
            <a:bodyPr wrap="square" lIns="0" tIns="0" rIns="0" bIns="0" rtlCol="0"/>
            <a:lstStyle/>
            <a:p>
              <a:endParaRPr/>
            </a:p>
          </p:txBody>
        </p:sp>
        <p:sp>
          <p:nvSpPr>
            <p:cNvPr id="24" name="object 24"/>
            <p:cNvSpPr/>
            <p:nvPr/>
          </p:nvSpPr>
          <p:spPr>
            <a:xfrm>
              <a:off x="1648586" y="4919090"/>
              <a:ext cx="4013200" cy="406400"/>
            </a:xfrm>
            <a:custGeom>
              <a:avLst/>
              <a:gdLst/>
              <a:ahLst/>
              <a:cxnLst/>
              <a:rect l="l" t="t" r="r" b="b"/>
              <a:pathLst>
                <a:path w="4013200" h="406400">
                  <a:moveTo>
                    <a:pt x="0" y="0"/>
                  </a:moveTo>
                  <a:lnTo>
                    <a:pt x="4012691" y="0"/>
                  </a:lnTo>
                  <a:lnTo>
                    <a:pt x="4012691" y="406145"/>
                  </a:lnTo>
                  <a:lnTo>
                    <a:pt x="0" y="406145"/>
                  </a:lnTo>
                  <a:lnTo>
                    <a:pt x="0" y="0"/>
                  </a:lnTo>
                  <a:close/>
                </a:path>
              </a:pathLst>
            </a:custGeom>
            <a:ln w="15875">
              <a:solidFill>
                <a:srgbClr val="FFFFFF"/>
              </a:solidFill>
            </a:ln>
          </p:spPr>
          <p:txBody>
            <a:bodyPr wrap="square" lIns="0" tIns="0" rIns="0" bIns="0" rtlCol="0"/>
            <a:lstStyle/>
            <a:p>
              <a:endParaRPr/>
            </a:p>
          </p:txBody>
        </p:sp>
      </p:grpSp>
      <p:sp>
        <p:nvSpPr>
          <p:cNvPr id="25" name="object 25"/>
          <p:cNvSpPr txBox="1"/>
          <p:nvPr/>
        </p:nvSpPr>
        <p:spPr>
          <a:xfrm>
            <a:off x="1958079" y="4939910"/>
            <a:ext cx="2326640" cy="330200"/>
          </a:xfrm>
          <a:prstGeom prst="rect">
            <a:avLst/>
          </a:prstGeom>
        </p:spPr>
        <p:txBody>
          <a:bodyPr vert="horz" wrap="square" lIns="0" tIns="12065" rIns="0" bIns="0" rtlCol="0">
            <a:spAutoFit/>
          </a:bodyPr>
          <a:lstStyle/>
          <a:p>
            <a:pPr marL="12700">
              <a:lnSpc>
                <a:spcPct val="100000"/>
              </a:lnSpc>
              <a:spcBef>
                <a:spcPts val="95"/>
              </a:spcBef>
            </a:pPr>
            <a:r>
              <a:rPr sz="2000" spc="114" dirty="0">
                <a:solidFill>
                  <a:srgbClr val="FFFFFF"/>
                </a:solidFill>
                <a:latin typeface="Arial MT"/>
                <a:cs typeface="Arial MT"/>
              </a:rPr>
              <a:t>Context</a:t>
            </a:r>
            <a:r>
              <a:rPr sz="2000" spc="30" dirty="0">
                <a:solidFill>
                  <a:srgbClr val="FFFFFF"/>
                </a:solidFill>
                <a:latin typeface="Arial MT"/>
                <a:cs typeface="Arial MT"/>
              </a:rPr>
              <a:t> </a:t>
            </a:r>
            <a:r>
              <a:rPr sz="2000" spc="95" dirty="0">
                <a:solidFill>
                  <a:srgbClr val="FFFFFF"/>
                </a:solidFill>
                <a:latin typeface="Arial MT"/>
                <a:cs typeface="Arial MT"/>
              </a:rPr>
              <a:t>Managers</a:t>
            </a:r>
            <a:endParaRPr sz="2000" dirty="0">
              <a:latin typeface="Arial MT"/>
              <a:cs typeface="Arial MT"/>
            </a:endParaRPr>
          </a:p>
        </p:txBody>
      </p:sp>
      <p:grpSp>
        <p:nvGrpSpPr>
          <p:cNvPr id="26" name="object 26"/>
          <p:cNvGrpSpPr/>
          <p:nvPr/>
        </p:nvGrpSpPr>
        <p:grpSpPr>
          <a:xfrm>
            <a:off x="1386141" y="4860099"/>
            <a:ext cx="524510" cy="524510"/>
            <a:chOff x="1386141" y="4860099"/>
            <a:chExt cx="524510" cy="524510"/>
          </a:xfrm>
        </p:grpSpPr>
        <p:sp>
          <p:nvSpPr>
            <p:cNvPr id="27" name="object 27"/>
            <p:cNvSpPr/>
            <p:nvPr/>
          </p:nvSpPr>
          <p:spPr>
            <a:xfrm>
              <a:off x="1394078" y="4868036"/>
              <a:ext cx="508634" cy="508634"/>
            </a:xfrm>
            <a:custGeom>
              <a:avLst/>
              <a:gdLst/>
              <a:ahLst/>
              <a:cxnLst/>
              <a:rect l="l" t="t" r="r" b="b"/>
              <a:pathLst>
                <a:path w="508635" h="508635">
                  <a:moveTo>
                    <a:pt x="254127" y="0"/>
                  </a:moveTo>
                  <a:lnTo>
                    <a:pt x="208448" y="4094"/>
                  </a:lnTo>
                  <a:lnTo>
                    <a:pt x="165454" y="15899"/>
                  </a:lnTo>
                  <a:lnTo>
                    <a:pt x="125865" y="34696"/>
                  </a:lnTo>
                  <a:lnTo>
                    <a:pt x="90397" y="59768"/>
                  </a:lnTo>
                  <a:lnTo>
                    <a:pt x="59768" y="90397"/>
                  </a:lnTo>
                  <a:lnTo>
                    <a:pt x="34696" y="125865"/>
                  </a:lnTo>
                  <a:lnTo>
                    <a:pt x="15899" y="165454"/>
                  </a:lnTo>
                  <a:lnTo>
                    <a:pt x="4094" y="208448"/>
                  </a:lnTo>
                  <a:lnTo>
                    <a:pt x="0" y="254126"/>
                  </a:lnTo>
                  <a:lnTo>
                    <a:pt x="4094" y="299805"/>
                  </a:lnTo>
                  <a:lnTo>
                    <a:pt x="15899" y="342799"/>
                  </a:lnTo>
                  <a:lnTo>
                    <a:pt x="34696" y="382388"/>
                  </a:lnTo>
                  <a:lnTo>
                    <a:pt x="59768" y="417856"/>
                  </a:lnTo>
                  <a:lnTo>
                    <a:pt x="90397" y="448485"/>
                  </a:lnTo>
                  <a:lnTo>
                    <a:pt x="125865" y="473557"/>
                  </a:lnTo>
                  <a:lnTo>
                    <a:pt x="165454" y="492354"/>
                  </a:lnTo>
                  <a:lnTo>
                    <a:pt x="208448" y="504159"/>
                  </a:lnTo>
                  <a:lnTo>
                    <a:pt x="254127" y="508253"/>
                  </a:lnTo>
                  <a:lnTo>
                    <a:pt x="299805" y="504159"/>
                  </a:lnTo>
                  <a:lnTo>
                    <a:pt x="342799" y="492354"/>
                  </a:lnTo>
                  <a:lnTo>
                    <a:pt x="382388" y="473557"/>
                  </a:lnTo>
                  <a:lnTo>
                    <a:pt x="417856" y="448485"/>
                  </a:lnTo>
                  <a:lnTo>
                    <a:pt x="448485" y="417856"/>
                  </a:lnTo>
                  <a:lnTo>
                    <a:pt x="473557" y="382388"/>
                  </a:lnTo>
                  <a:lnTo>
                    <a:pt x="492354" y="342799"/>
                  </a:lnTo>
                  <a:lnTo>
                    <a:pt x="504159" y="299805"/>
                  </a:lnTo>
                  <a:lnTo>
                    <a:pt x="508254" y="254126"/>
                  </a:lnTo>
                  <a:lnTo>
                    <a:pt x="504159" y="208448"/>
                  </a:lnTo>
                  <a:lnTo>
                    <a:pt x="492354" y="165454"/>
                  </a:lnTo>
                  <a:lnTo>
                    <a:pt x="473557" y="125865"/>
                  </a:lnTo>
                  <a:lnTo>
                    <a:pt x="448485" y="90397"/>
                  </a:lnTo>
                  <a:lnTo>
                    <a:pt x="417856" y="59768"/>
                  </a:lnTo>
                  <a:lnTo>
                    <a:pt x="382388" y="34696"/>
                  </a:lnTo>
                  <a:lnTo>
                    <a:pt x="342799" y="15899"/>
                  </a:lnTo>
                  <a:lnTo>
                    <a:pt x="299805" y="4094"/>
                  </a:lnTo>
                  <a:lnTo>
                    <a:pt x="254127" y="0"/>
                  </a:lnTo>
                  <a:close/>
                </a:path>
              </a:pathLst>
            </a:custGeom>
            <a:solidFill>
              <a:srgbClr val="FFFFFF"/>
            </a:solidFill>
          </p:spPr>
          <p:txBody>
            <a:bodyPr wrap="square" lIns="0" tIns="0" rIns="0" bIns="0" rtlCol="0"/>
            <a:lstStyle/>
            <a:p>
              <a:endParaRPr/>
            </a:p>
          </p:txBody>
        </p:sp>
        <p:sp>
          <p:nvSpPr>
            <p:cNvPr id="28" name="object 28"/>
            <p:cNvSpPr/>
            <p:nvPr/>
          </p:nvSpPr>
          <p:spPr>
            <a:xfrm>
              <a:off x="1394078" y="4868036"/>
              <a:ext cx="508634" cy="508634"/>
            </a:xfrm>
            <a:custGeom>
              <a:avLst/>
              <a:gdLst/>
              <a:ahLst/>
              <a:cxnLst/>
              <a:rect l="l" t="t" r="r" b="b"/>
              <a:pathLst>
                <a:path w="508635" h="508635">
                  <a:moveTo>
                    <a:pt x="0" y="254126"/>
                  </a:moveTo>
                  <a:lnTo>
                    <a:pt x="4094" y="208448"/>
                  </a:lnTo>
                  <a:lnTo>
                    <a:pt x="15899" y="165454"/>
                  </a:lnTo>
                  <a:lnTo>
                    <a:pt x="34696" y="125865"/>
                  </a:lnTo>
                  <a:lnTo>
                    <a:pt x="59768" y="90397"/>
                  </a:lnTo>
                  <a:lnTo>
                    <a:pt x="90397" y="59768"/>
                  </a:lnTo>
                  <a:lnTo>
                    <a:pt x="125865" y="34696"/>
                  </a:lnTo>
                  <a:lnTo>
                    <a:pt x="165454" y="15899"/>
                  </a:lnTo>
                  <a:lnTo>
                    <a:pt x="208448" y="4094"/>
                  </a:lnTo>
                  <a:lnTo>
                    <a:pt x="254127" y="0"/>
                  </a:lnTo>
                  <a:lnTo>
                    <a:pt x="299805" y="4094"/>
                  </a:lnTo>
                  <a:lnTo>
                    <a:pt x="342799" y="15899"/>
                  </a:lnTo>
                  <a:lnTo>
                    <a:pt x="382388" y="34696"/>
                  </a:lnTo>
                  <a:lnTo>
                    <a:pt x="417856" y="59768"/>
                  </a:lnTo>
                  <a:lnTo>
                    <a:pt x="448485" y="90397"/>
                  </a:lnTo>
                  <a:lnTo>
                    <a:pt x="473557" y="125865"/>
                  </a:lnTo>
                  <a:lnTo>
                    <a:pt x="492354" y="165454"/>
                  </a:lnTo>
                  <a:lnTo>
                    <a:pt x="504159" y="208448"/>
                  </a:lnTo>
                  <a:lnTo>
                    <a:pt x="508254" y="254126"/>
                  </a:lnTo>
                  <a:lnTo>
                    <a:pt x="504159" y="299805"/>
                  </a:lnTo>
                  <a:lnTo>
                    <a:pt x="492354" y="342799"/>
                  </a:lnTo>
                  <a:lnTo>
                    <a:pt x="473557" y="382388"/>
                  </a:lnTo>
                  <a:lnTo>
                    <a:pt x="448485" y="417856"/>
                  </a:lnTo>
                  <a:lnTo>
                    <a:pt x="417856" y="448485"/>
                  </a:lnTo>
                  <a:lnTo>
                    <a:pt x="382388" y="473557"/>
                  </a:lnTo>
                  <a:lnTo>
                    <a:pt x="342799" y="492354"/>
                  </a:lnTo>
                  <a:lnTo>
                    <a:pt x="299805" y="504159"/>
                  </a:lnTo>
                  <a:lnTo>
                    <a:pt x="254127" y="508253"/>
                  </a:lnTo>
                  <a:lnTo>
                    <a:pt x="208448" y="504159"/>
                  </a:lnTo>
                  <a:lnTo>
                    <a:pt x="165454" y="492354"/>
                  </a:lnTo>
                  <a:lnTo>
                    <a:pt x="125865" y="473557"/>
                  </a:lnTo>
                  <a:lnTo>
                    <a:pt x="90397" y="448485"/>
                  </a:lnTo>
                  <a:lnTo>
                    <a:pt x="59768" y="417856"/>
                  </a:lnTo>
                  <a:lnTo>
                    <a:pt x="34696" y="382388"/>
                  </a:lnTo>
                  <a:lnTo>
                    <a:pt x="15899" y="342799"/>
                  </a:lnTo>
                  <a:lnTo>
                    <a:pt x="4094" y="299805"/>
                  </a:lnTo>
                  <a:lnTo>
                    <a:pt x="0" y="254126"/>
                  </a:lnTo>
                  <a:close/>
                </a:path>
              </a:pathLst>
            </a:custGeom>
            <a:ln w="15875">
              <a:solidFill>
                <a:srgbClr val="C2BB80"/>
              </a:solidFill>
            </a:ln>
          </p:spPr>
          <p:txBody>
            <a:bodyPr wrap="square" lIns="0" tIns="0" rIns="0" bIns="0" rtlCol="0"/>
            <a:lstStyle/>
            <a:p>
              <a:endParaRPr/>
            </a:p>
          </p:txBody>
        </p:sp>
      </p:grpSp>
      <p:sp>
        <p:nvSpPr>
          <p:cNvPr id="29" name="object 29"/>
          <p:cNvSpPr txBox="1"/>
          <p:nvPr/>
        </p:nvSpPr>
        <p:spPr>
          <a:xfrm>
            <a:off x="1235254" y="1970962"/>
            <a:ext cx="9289415" cy="635000"/>
          </a:xfrm>
          <a:prstGeom prst="rect">
            <a:avLst/>
          </a:prstGeom>
        </p:spPr>
        <p:txBody>
          <a:bodyPr vert="horz" wrap="square" lIns="0" tIns="12065" rIns="0" bIns="0" rtlCol="0">
            <a:spAutoFit/>
          </a:bodyPr>
          <a:lstStyle/>
          <a:p>
            <a:pPr marL="12700" marR="5080">
              <a:lnSpc>
                <a:spcPct val="100000"/>
              </a:lnSpc>
              <a:spcBef>
                <a:spcPts val="95"/>
              </a:spcBef>
            </a:pPr>
            <a:r>
              <a:rPr sz="2000" spc="50" dirty="0">
                <a:solidFill>
                  <a:srgbClr val="374151"/>
                </a:solidFill>
                <a:latin typeface="Arial MT"/>
                <a:cs typeface="Arial MT"/>
              </a:rPr>
              <a:t>Following</a:t>
            </a:r>
            <a:r>
              <a:rPr sz="2000" spc="85" dirty="0">
                <a:solidFill>
                  <a:srgbClr val="374151"/>
                </a:solidFill>
                <a:latin typeface="Arial MT"/>
                <a:cs typeface="Arial MT"/>
              </a:rPr>
              <a:t> </a:t>
            </a:r>
            <a:r>
              <a:rPr sz="2000" spc="114" dirty="0">
                <a:solidFill>
                  <a:srgbClr val="374151"/>
                </a:solidFill>
                <a:latin typeface="Arial MT"/>
                <a:cs typeface="Arial MT"/>
              </a:rPr>
              <a:t>are</a:t>
            </a:r>
            <a:r>
              <a:rPr sz="2000" spc="55" dirty="0">
                <a:solidFill>
                  <a:srgbClr val="374151"/>
                </a:solidFill>
                <a:latin typeface="Arial MT"/>
                <a:cs typeface="Arial MT"/>
              </a:rPr>
              <a:t> </a:t>
            </a:r>
            <a:r>
              <a:rPr sz="2000" dirty="0">
                <a:solidFill>
                  <a:srgbClr val="374151"/>
                </a:solidFill>
                <a:latin typeface="Arial MT"/>
                <a:cs typeface="Arial MT"/>
              </a:rPr>
              <a:t>situations</a:t>
            </a:r>
            <a:r>
              <a:rPr sz="2000" spc="65" dirty="0">
                <a:solidFill>
                  <a:srgbClr val="374151"/>
                </a:solidFill>
                <a:latin typeface="Arial MT"/>
                <a:cs typeface="Arial MT"/>
              </a:rPr>
              <a:t> </a:t>
            </a:r>
            <a:r>
              <a:rPr sz="2000" spc="114" dirty="0">
                <a:solidFill>
                  <a:srgbClr val="374151"/>
                </a:solidFill>
                <a:latin typeface="Arial MT"/>
                <a:cs typeface="Arial MT"/>
              </a:rPr>
              <a:t>where</a:t>
            </a:r>
            <a:r>
              <a:rPr sz="2000" spc="70" dirty="0">
                <a:solidFill>
                  <a:srgbClr val="374151"/>
                </a:solidFill>
                <a:latin typeface="Arial MT"/>
                <a:cs typeface="Arial MT"/>
              </a:rPr>
              <a:t> </a:t>
            </a:r>
            <a:r>
              <a:rPr sz="2000" spc="204" dirty="0">
                <a:solidFill>
                  <a:srgbClr val="374151"/>
                </a:solidFill>
                <a:latin typeface="Arial MT"/>
                <a:cs typeface="Arial MT"/>
              </a:rPr>
              <a:t>advanced</a:t>
            </a:r>
            <a:r>
              <a:rPr sz="2000" spc="95" dirty="0">
                <a:solidFill>
                  <a:srgbClr val="374151"/>
                </a:solidFill>
                <a:latin typeface="Arial MT"/>
                <a:cs typeface="Arial MT"/>
              </a:rPr>
              <a:t> </a:t>
            </a:r>
            <a:r>
              <a:rPr sz="2000" dirty="0">
                <a:solidFill>
                  <a:srgbClr val="374151"/>
                </a:solidFill>
                <a:latin typeface="Arial MT"/>
                <a:cs typeface="Arial MT"/>
              </a:rPr>
              <a:t>file</a:t>
            </a:r>
            <a:r>
              <a:rPr sz="2000" spc="45" dirty="0">
                <a:solidFill>
                  <a:srgbClr val="374151"/>
                </a:solidFill>
                <a:latin typeface="Arial MT"/>
                <a:cs typeface="Arial MT"/>
              </a:rPr>
              <a:t> </a:t>
            </a:r>
            <a:r>
              <a:rPr sz="2000" spc="110" dirty="0">
                <a:solidFill>
                  <a:srgbClr val="374151"/>
                </a:solidFill>
                <a:latin typeface="Arial MT"/>
                <a:cs typeface="Arial MT"/>
              </a:rPr>
              <a:t>handling</a:t>
            </a:r>
            <a:r>
              <a:rPr sz="2000" spc="95" dirty="0">
                <a:solidFill>
                  <a:srgbClr val="374151"/>
                </a:solidFill>
                <a:latin typeface="Arial MT"/>
                <a:cs typeface="Arial MT"/>
              </a:rPr>
              <a:t> </a:t>
            </a:r>
            <a:r>
              <a:rPr sz="2000" spc="100" dirty="0">
                <a:solidFill>
                  <a:srgbClr val="374151"/>
                </a:solidFill>
                <a:latin typeface="Arial MT"/>
                <a:cs typeface="Arial MT"/>
              </a:rPr>
              <a:t>techniques</a:t>
            </a:r>
            <a:r>
              <a:rPr sz="2000" spc="80" dirty="0">
                <a:solidFill>
                  <a:srgbClr val="374151"/>
                </a:solidFill>
                <a:latin typeface="Arial MT"/>
                <a:cs typeface="Arial MT"/>
              </a:rPr>
              <a:t> </a:t>
            </a:r>
            <a:r>
              <a:rPr sz="2000" dirty="0">
                <a:solidFill>
                  <a:srgbClr val="374151"/>
                </a:solidFill>
                <a:latin typeface="Arial MT"/>
                <a:cs typeface="Arial MT"/>
              </a:rPr>
              <a:t>in</a:t>
            </a:r>
            <a:r>
              <a:rPr sz="2000" spc="65" dirty="0">
                <a:solidFill>
                  <a:srgbClr val="374151"/>
                </a:solidFill>
                <a:latin typeface="Arial MT"/>
                <a:cs typeface="Arial MT"/>
              </a:rPr>
              <a:t> </a:t>
            </a:r>
            <a:r>
              <a:rPr sz="2000" spc="60" dirty="0">
                <a:solidFill>
                  <a:srgbClr val="374151"/>
                </a:solidFill>
                <a:latin typeface="Arial MT"/>
                <a:cs typeface="Arial MT"/>
              </a:rPr>
              <a:t>Python </a:t>
            </a:r>
            <a:r>
              <a:rPr sz="2000" spc="150" dirty="0">
                <a:solidFill>
                  <a:srgbClr val="374151"/>
                </a:solidFill>
                <a:latin typeface="Arial MT"/>
                <a:cs typeface="Arial MT"/>
              </a:rPr>
              <a:t>have</a:t>
            </a:r>
            <a:r>
              <a:rPr sz="2000" spc="20" dirty="0">
                <a:solidFill>
                  <a:srgbClr val="374151"/>
                </a:solidFill>
                <a:latin typeface="Arial MT"/>
                <a:cs typeface="Arial MT"/>
              </a:rPr>
              <a:t> </a:t>
            </a:r>
            <a:r>
              <a:rPr sz="2000" spc="125" dirty="0">
                <a:solidFill>
                  <a:srgbClr val="374151"/>
                </a:solidFill>
                <a:latin typeface="Arial MT"/>
                <a:cs typeface="Arial MT"/>
              </a:rPr>
              <a:t>demonstrated</a:t>
            </a:r>
            <a:r>
              <a:rPr sz="2000" spc="40" dirty="0">
                <a:solidFill>
                  <a:srgbClr val="374151"/>
                </a:solidFill>
                <a:latin typeface="Arial MT"/>
                <a:cs typeface="Arial MT"/>
              </a:rPr>
              <a:t> </a:t>
            </a:r>
            <a:r>
              <a:rPr sz="2000" spc="50" dirty="0">
                <a:solidFill>
                  <a:srgbClr val="374151"/>
                </a:solidFill>
                <a:latin typeface="Arial MT"/>
                <a:cs typeface="Arial MT"/>
              </a:rPr>
              <a:t>their</a:t>
            </a:r>
            <a:r>
              <a:rPr sz="2000" spc="15" dirty="0">
                <a:solidFill>
                  <a:srgbClr val="374151"/>
                </a:solidFill>
                <a:latin typeface="Arial MT"/>
                <a:cs typeface="Arial MT"/>
              </a:rPr>
              <a:t> </a:t>
            </a:r>
            <a:r>
              <a:rPr sz="2000" spc="80" dirty="0">
                <a:solidFill>
                  <a:srgbClr val="374151"/>
                </a:solidFill>
                <a:latin typeface="Arial MT"/>
                <a:cs typeface="Arial MT"/>
              </a:rPr>
              <a:t>value:</a:t>
            </a:r>
            <a:endParaRPr sz="2000" dirty="0">
              <a:latin typeface="Arial MT"/>
              <a:cs typeface="Arial MT"/>
            </a:endParaRPr>
          </a:p>
        </p:txBody>
      </p:sp>
      <p:grpSp>
        <p:nvGrpSpPr>
          <p:cNvPr id="30" name="object 30"/>
          <p:cNvGrpSpPr/>
          <p:nvPr/>
        </p:nvGrpSpPr>
        <p:grpSpPr>
          <a:xfrm>
            <a:off x="6530409" y="2881534"/>
            <a:ext cx="4291965" cy="2535555"/>
            <a:chOff x="6530409" y="2881534"/>
            <a:chExt cx="4291965" cy="2535555"/>
          </a:xfrm>
        </p:grpSpPr>
        <p:sp>
          <p:nvSpPr>
            <p:cNvPr id="31" name="object 31"/>
            <p:cNvSpPr/>
            <p:nvPr/>
          </p:nvSpPr>
          <p:spPr>
            <a:xfrm>
              <a:off x="6538347" y="2889472"/>
              <a:ext cx="537210" cy="2519680"/>
            </a:xfrm>
            <a:custGeom>
              <a:avLst/>
              <a:gdLst/>
              <a:ahLst/>
              <a:cxnLst/>
              <a:rect l="l" t="t" r="r" b="b"/>
              <a:pathLst>
                <a:path w="537209" h="2519679">
                  <a:moveTo>
                    <a:pt x="15265" y="0"/>
                  </a:moveTo>
                  <a:lnTo>
                    <a:pt x="48925" y="34550"/>
                  </a:lnTo>
                  <a:lnTo>
                    <a:pt x="81463" y="69774"/>
                  </a:lnTo>
                  <a:lnTo>
                    <a:pt x="112879" y="105650"/>
                  </a:lnTo>
                  <a:lnTo>
                    <a:pt x="143173" y="142155"/>
                  </a:lnTo>
                  <a:lnTo>
                    <a:pt x="172346" y="179265"/>
                  </a:lnTo>
                  <a:lnTo>
                    <a:pt x="200396" y="216957"/>
                  </a:lnTo>
                  <a:lnTo>
                    <a:pt x="227325" y="255210"/>
                  </a:lnTo>
                  <a:lnTo>
                    <a:pt x="253132" y="294000"/>
                  </a:lnTo>
                  <a:lnTo>
                    <a:pt x="277818" y="333304"/>
                  </a:lnTo>
                  <a:lnTo>
                    <a:pt x="301381" y="373099"/>
                  </a:lnTo>
                  <a:lnTo>
                    <a:pt x="323823" y="413363"/>
                  </a:lnTo>
                  <a:lnTo>
                    <a:pt x="345142" y="454073"/>
                  </a:lnTo>
                  <a:lnTo>
                    <a:pt x="365340" y="495205"/>
                  </a:lnTo>
                  <a:lnTo>
                    <a:pt x="384416" y="536737"/>
                  </a:lnTo>
                  <a:lnTo>
                    <a:pt x="402371" y="578647"/>
                  </a:lnTo>
                  <a:lnTo>
                    <a:pt x="419203" y="620911"/>
                  </a:lnTo>
                  <a:lnTo>
                    <a:pt x="434914" y="663506"/>
                  </a:lnTo>
                  <a:lnTo>
                    <a:pt x="449503" y="706410"/>
                  </a:lnTo>
                  <a:lnTo>
                    <a:pt x="462970" y="749599"/>
                  </a:lnTo>
                  <a:lnTo>
                    <a:pt x="475315" y="793052"/>
                  </a:lnTo>
                  <a:lnTo>
                    <a:pt x="486538" y="836744"/>
                  </a:lnTo>
                  <a:lnTo>
                    <a:pt x="496639" y="880654"/>
                  </a:lnTo>
                  <a:lnTo>
                    <a:pt x="505619" y="924758"/>
                  </a:lnTo>
                  <a:lnTo>
                    <a:pt x="513477" y="969033"/>
                  </a:lnTo>
                  <a:lnTo>
                    <a:pt x="520212" y="1013457"/>
                  </a:lnTo>
                  <a:lnTo>
                    <a:pt x="525826" y="1058007"/>
                  </a:lnTo>
                  <a:lnTo>
                    <a:pt x="530319" y="1102660"/>
                  </a:lnTo>
                  <a:lnTo>
                    <a:pt x="533689" y="1147393"/>
                  </a:lnTo>
                  <a:lnTo>
                    <a:pt x="535937" y="1192183"/>
                  </a:lnTo>
                  <a:lnTo>
                    <a:pt x="537064" y="1237007"/>
                  </a:lnTo>
                  <a:lnTo>
                    <a:pt x="537068" y="1281843"/>
                  </a:lnTo>
                  <a:lnTo>
                    <a:pt x="535951" y="1326668"/>
                  </a:lnTo>
                  <a:lnTo>
                    <a:pt x="533712" y="1371458"/>
                  </a:lnTo>
                  <a:lnTo>
                    <a:pt x="530351" y="1416192"/>
                  </a:lnTo>
                  <a:lnTo>
                    <a:pt x="525868" y="1460846"/>
                  </a:lnTo>
                  <a:lnTo>
                    <a:pt x="520264" y="1505397"/>
                  </a:lnTo>
                  <a:lnTo>
                    <a:pt x="513537" y="1549822"/>
                  </a:lnTo>
                  <a:lnTo>
                    <a:pt x="505689" y="1594099"/>
                  </a:lnTo>
                  <a:lnTo>
                    <a:pt x="496719" y="1638205"/>
                  </a:lnTo>
                  <a:lnTo>
                    <a:pt x="486626" y="1682117"/>
                  </a:lnTo>
                  <a:lnTo>
                    <a:pt x="475412" y="1725811"/>
                  </a:lnTo>
                  <a:lnTo>
                    <a:pt x="463076" y="1769266"/>
                  </a:lnTo>
                  <a:lnTo>
                    <a:pt x="449618" y="1812458"/>
                  </a:lnTo>
                  <a:lnTo>
                    <a:pt x="435039" y="1855365"/>
                  </a:lnTo>
                  <a:lnTo>
                    <a:pt x="419337" y="1897963"/>
                  </a:lnTo>
                  <a:lnTo>
                    <a:pt x="402513" y="1940231"/>
                  </a:lnTo>
                  <a:lnTo>
                    <a:pt x="384568" y="1982144"/>
                  </a:lnTo>
                  <a:lnTo>
                    <a:pt x="365501" y="2023680"/>
                  </a:lnTo>
                  <a:lnTo>
                    <a:pt x="345311" y="2064816"/>
                  </a:lnTo>
                  <a:lnTo>
                    <a:pt x="324000" y="2105530"/>
                  </a:lnTo>
                  <a:lnTo>
                    <a:pt x="301567" y="2145798"/>
                  </a:lnTo>
                  <a:lnTo>
                    <a:pt x="278012" y="2185599"/>
                  </a:lnTo>
                  <a:lnTo>
                    <a:pt x="253335" y="2224908"/>
                  </a:lnTo>
                  <a:lnTo>
                    <a:pt x="227537" y="2263702"/>
                  </a:lnTo>
                  <a:lnTo>
                    <a:pt x="200616" y="2301961"/>
                  </a:lnTo>
                  <a:lnTo>
                    <a:pt x="172573" y="2339659"/>
                  </a:lnTo>
                  <a:lnTo>
                    <a:pt x="143409" y="2376775"/>
                  </a:lnTo>
                  <a:lnTo>
                    <a:pt x="113122" y="2413285"/>
                  </a:lnTo>
                  <a:lnTo>
                    <a:pt x="81714" y="2449167"/>
                  </a:lnTo>
                  <a:lnTo>
                    <a:pt x="49184" y="2484398"/>
                  </a:lnTo>
                  <a:lnTo>
                    <a:pt x="15532" y="2518956"/>
                  </a:lnTo>
                  <a:lnTo>
                    <a:pt x="15354" y="2519146"/>
                  </a:lnTo>
                  <a:lnTo>
                    <a:pt x="0" y="2503970"/>
                  </a:lnTo>
                  <a:lnTo>
                    <a:pt x="33796" y="2469263"/>
                  </a:lnTo>
                  <a:lnTo>
                    <a:pt x="66447" y="2433868"/>
                  </a:lnTo>
                  <a:lnTo>
                    <a:pt x="97953" y="2397809"/>
                  </a:lnTo>
                  <a:lnTo>
                    <a:pt x="128313" y="2361110"/>
                  </a:lnTo>
                  <a:lnTo>
                    <a:pt x="157528" y="2323794"/>
                  </a:lnTo>
                  <a:lnTo>
                    <a:pt x="185597" y="2285885"/>
                  </a:lnTo>
                  <a:lnTo>
                    <a:pt x="212521" y="2247406"/>
                  </a:lnTo>
                  <a:lnTo>
                    <a:pt x="238300" y="2208381"/>
                  </a:lnTo>
                  <a:lnTo>
                    <a:pt x="262933" y="2168835"/>
                  </a:lnTo>
                  <a:lnTo>
                    <a:pt x="286420" y="2128791"/>
                  </a:lnTo>
                  <a:lnTo>
                    <a:pt x="308762" y="2088272"/>
                  </a:lnTo>
                  <a:lnTo>
                    <a:pt x="329959" y="2047302"/>
                  </a:lnTo>
                  <a:lnTo>
                    <a:pt x="350010" y="2005905"/>
                  </a:lnTo>
                  <a:lnTo>
                    <a:pt x="368915" y="1964105"/>
                  </a:lnTo>
                  <a:lnTo>
                    <a:pt x="386675" y="1921925"/>
                  </a:lnTo>
                  <a:lnTo>
                    <a:pt x="403290" y="1879390"/>
                  </a:lnTo>
                  <a:lnTo>
                    <a:pt x="418759" y="1836522"/>
                  </a:lnTo>
                  <a:lnTo>
                    <a:pt x="433082" y="1793345"/>
                  </a:lnTo>
                  <a:lnTo>
                    <a:pt x="446261" y="1749884"/>
                  </a:lnTo>
                  <a:lnTo>
                    <a:pt x="458293" y="1706162"/>
                  </a:lnTo>
                  <a:lnTo>
                    <a:pt x="469180" y="1662203"/>
                  </a:lnTo>
                  <a:lnTo>
                    <a:pt x="478922" y="1618030"/>
                  </a:lnTo>
                  <a:lnTo>
                    <a:pt x="487518" y="1573667"/>
                  </a:lnTo>
                  <a:lnTo>
                    <a:pt x="494968" y="1529138"/>
                  </a:lnTo>
                  <a:lnTo>
                    <a:pt x="501274" y="1484466"/>
                  </a:lnTo>
                  <a:lnTo>
                    <a:pt x="506433" y="1439676"/>
                  </a:lnTo>
                  <a:lnTo>
                    <a:pt x="510447" y="1394791"/>
                  </a:lnTo>
                  <a:lnTo>
                    <a:pt x="513316" y="1349835"/>
                  </a:lnTo>
                  <a:lnTo>
                    <a:pt x="515039" y="1304831"/>
                  </a:lnTo>
                  <a:lnTo>
                    <a:pt x="515616" y="1259803"/>
                  </a:lnTo>
                  <a:lnTo>
                    <a:pt x="515048" y="1214775"/>
                  </a:lnTo>
                  <a:lnTo>
                    <a:pt x="513335" y="1169771"/>
                  </a:lnTo>
                  <a:lnTo>
                    <a:pt x="510476" y="1124814"/>
                  </a:lnTo>
                  <a:lnTo>
                    <a:pt x="506471" y="1079928"/>
                  </a:lnTo>
                  <a:lnTo>
                    <a:pt x="501321" y="1035137"/>
                  </a:lnTo>
                  <a:lnTo>
                    <a:pt x="495025" y="990464"/>
                  </a:lnTo>
                  <a:lnTo>
                    <a:pt x="487584" y="945933"/>
                  </a:lnTo>
                  <a:lnTo>
                    <a:pt x="478998" y="901569"/>
                  </a:lnTo>
                  <a:lnTo>
                    <a:pt x="469265" y="857394"/>
                  </a:lnTo>
                  <a:lnTo>
                    <a:pt x="458388" y="813432"/>
                  </a:lnTo>
                  <a:lnTo>
                    <a:pt x="446364" y="769708"/>
                  </a:lnTo>
                  <a:lnTo>
                    <a:pt x="433196" y="726244"/>
                  </a:lnTo>
                  <a:lnTo>
                    <a:pt x="418881" y="683065"/>
                  </a:lnTo>
                  <a:lnTo>
                    <a:pt x="403421" y="640194"/>
                  </a:lnTo>
                  <a:lnTo>
                    <a:pt x="386816" y="597655"/>
                  </a:lnTo>
                  <a:lnTo>
                    <a:pt x="369065" y="555471"/>
                  </a:lnTo>
                  <a:lnTo>
                    <a:pt x="350168" y="513667"/>
                  </a:lnTo>
                  <a:lnTo>
                    <a:pt x="330126" y="472266"/>
                  </a:lnTo>
                  <a:lnTo>
                    <a:pt x="308938" y="431292"/>
                  </a:lnTo>
                  <a:lnTo>
                    <a:pt x="286605" y="390769"/>
                  </a:lnTo>
                  <a:lnTo>
                    <a:pt x="263126" y="350719"/>
                  </a:lnTo>
                  <a:lnTo>
                    <a:pt x="238502" y="311168"/>
                  </a:lnTo>
                  <a:lnTo>
                    <a:pt x="212732" y="272139"/>
                  </a:lnTo>
                  <a:lnTo>
                    <a:pt x="185816" y="233654"/>
                  </a:lnTo>
                  <a:lnTo>
                    <a:pt x="157755" y="195739"/>
                  </a:lnTo>
                  <a:lnTo>
                    <a:pt x="128549" y="158417"/>
                  </a:lnTo>
                  <a:lnTo>
                    <a:pt x="98196" y="121712"/>
                  </a:lnTo>
                  <a:lnTo>
                    <a:pt x="66699" y="85646"/>
                  </a:lnTo>
                  <a:lnTo>
                    <a:pt x="34055" y="50245"/>
                  </a:lnTo>
                  <a:lnTo>
                    <a:pt x="266" y="15532"/>
                  </a:lnTo>
                  <a:lnTo>
                    <a:pt x="88" y="15354"/>
                  </a:lnTo>
                  <a:lnTo>
                    <a:pt x="15265" y="0"/>
                  </a:lnTo>
                  <a:close/>
                </a:path>
              </a:pathLst>
            </a:custGeom>
            <a:ln w="15874">
              <a:solidFill>
                <a:srgbClr val="BC572C"/>
              </a:solidFill>
            </a:ln>
          </p:spPr>
          <p:txBody>
            <a:bodyPr wrap="square" lIns="0" tIns="0" rIns="0" bIns="0" rtlCol="0"/>
            <a:lstStyle/>
            <a:p>
              <a:endParaRPr/>
            </a:p>
          </p:txBody>
        </p:sp>
        <p:sp>
          <p:nvSpPr>
            <p:cNvPr id="32" name="object 32"/>
            <p:cNvSpPr/>
            <p:nvPr/>
          </p:nvSpPr>
          <p:spPr>
            <a:xfrm>
              <a:off x="6869811" y="3054477"/>
              <a:ext cx="3944620" cy="603885"/>
            </a:xfrm>
            <a:custGeom>
              <a:avLst/>
              <a:gdLst/>
              <a:ahLst/>
              <a:cxnLst/>
              <a:rect l="l" t="t" r="r" b="b"/>
              <a:pathLst>
                <a:path w="3944620" h="603885">
                  <a:moveTo>
                    <a:pt x="3944112" y="0"/>
                  </a:moveTo>
                  <a:lnTo>
                    <a:pt x="0" y="0"/>
                  </a:lnTo>
                  <a:lnTo>
                    <a:pt x="0" y="603504"/>
                  </a:lnTo>
                  <a:lnTo>
                    <a:pt x="3944112" y="603504"/>
                  </a:lnTo>
                  <a:lnTo>
                    <a:pt x="3944112" y="0"/>
                  </a:lnTo>
                  <a:close/>
                </a:path>
              </a:pathLst>
            </a:custGeom>
            <a:solidFill>
              <a:srgbClr val="BC572C"/>
            </a:solidFill>
          </p:spPr>
          <p:txBody>
            <a:bodyPr wrap="square" lIns="0" tIns="0" rIns="0" bIns="0" rtlCol="0"/>
            <a:lstStyle/>
            <a:p>
              <a:endParaRPr/>
            </a:p>
          </p:txBody>
        </p:sp>
        <p:sp>
          <p:nvSpPr>
            <p:cNvPr id="33" name="object 33"/>
            <p:cNvSpPr/>
            <p:nvPr/>
          </p:nvSpPr>
          <p:spPr>
            <a:xfrm>
              <a:off x="6869811" y="3054477"/>
              <a:ext cx="3944620" cy="603885"/>
            </a:xfrm>
            <a:custGeom>
              <a:avLst/>
              <a:gdLst/>
              <a:ahLst/>
              <a:cxnLst/>
              <a:rect l="l" t="t" r="r" b="b"/>
              <a:pathLst>
                <a:path w="3944620" h="603885">
                  <a:moveTo>
                    <a:pt x="0" y="0"/>
                  </a:moveTo>
                  <a:lnTo>
                    <a:pt x="3944112" y="0"/>
                  </a:lnTo>
                  <a:lnTo>
                    <a:pt x="3944112" y="603504"/>
                  </a:lnTo>
                  <a:lnTo>
                    <a:pt x="0" y="603504"/>
                  </a:lnTo>
                  <a:lnTo>
                    <a:pt x="0" y="0"/>
                  </a:lnTo>
                  <a:close/>
                </a:path>
              </a:pathLst>
            </a:custGeom>
            <a:ln w="15875">
              <a:solidFill>
                <a:srgbClr val="FFFFFF"/>
              </a:solidFill>
            </a:ln>
          </p:spPr>
          <p:txBody>
            <a:bodyPr wrap="square" lIns="0" tIns="0" rIns="0" bIns="0" rtlCol="0"/>
            <a:lstStyle/>
            <a:p>
              <a:endParaRPr/>
            </a:p>
          </p:txBody>
        </p:sp>
      </p:grpSp>
      <p:sp>
        <p:nvSpPr>
          <p:cNvPr id="34" name="object 34"/>
          <p:cNvSpPr txBox="1"/>
          <p:nvPr/>
        </p:nvSpPr>
        <p:spPr>
          <a:xfrm>
            <a:off x="7275935" y="3033770"/>
            <a:ext cx="3151505" cy="609600"/>
          </a:xfrm>
          <a:prstGeom prst="rect">
            <a:avLst/>
          </a:prstGeom>
        </p:spPr>
        <p:txBody>
          <a:bodyPr vert="horz" wrap="square" lIns="0" tIns="42545" rIns="0" bIns="0" rtlCol="0">
            <a:spAutoFit/>
          </a:bodyPr>
          <a:lstStyle/>
          <a:p>
            <a:pPr marL="12700" marR="5080">
              <a:lnSpc>
                <a:spcPts val="2200"/>
              </a:lnSpc>
              <a:spcBef>
                <a:spcPts val="335"/>
              </a:spcBef>
            </a:pPr>
            <a:r>
              <a:rPr sz="2000" spc="85" dirty="0">
                <a:solidFill>
                  <a:srgbClr val="FFFFFF"/>
                </a:solidFill>
                <a:latin typeface="Arial MT"/>
                <a:cs typeface="Arial MT"/>
              </a:rPr>
              <a:t>Handling</a:t>
            </a:r>
            <a:r>
              <a:rPr sz="2000" spc="-65" dirty="0">
                <a:solidFill>
                  <a:srgbClr val="FFFFFF"/>
                </a:solidFill>
                <a:latin typeface="Arial MT"/>
                <a:cs typeface="Arial MT"/>
              </a:rPr>
              <a:t> </a:t>
            </a:r>
            <a:r>
              <a:rPr sz="2000" dirty="0">
                <a:solidFill>
                  <a:srgbClr val="FFFFFF"/>
                </a:solidFill>
                <a:latin typeface="Arial MT"/>
                <a:cs typeface="Arial MT"/>
              </a:rPr>
              <a:t>CSV,</a:t>
            </a:r>
            <a:r>
              <a:rPr sz="2000" spc="-65" dirty="0">
                <a:solidFill>
                  <a:srgbClr val="FFFFFF"/>
                </a:solidFill>
                <a:latin typeface="Arial MT"/>
                <a:cs typeface="Arial MT"/>
              </a:rPr>
              <a:t> </a:t>
            </a:r>
            <a:r>
              <a:rPr sz="2000" spc="-20" dirty="0">
                <a:solidFill>
                  <a:srgbClr val="FFFFFF"/>
                </a:solidFill>
                <a:latin typeface="Arial MT"/>
                <a:cs typeface="Arial MT"/>
              </a:rPr>
              <a:t>JSON,</a:t>
            </a:r>
            <a:r>
              <a:rPr sz="2000" spc="-60" dirty="0">
                <a:solidFill>
                  <a:srgbClr val="FFFFFF"/>
                </a:solidFill>
                <a:latin typeface="Arial MT"/>
                <a:cs typeface="Arial MT"/>
              </a:rPr>
              <a:t> </a:t>
            </a:r>
            <a:r>
              <a:rPr sz="2000" spc="170" dirty="0">
                <a:solidFill>
                  <a:srgbClr val="FFFFFF"/>
                </a:solidFill>
                <a:latin typeface="Arial MT"/>
                <a:cs typeface="Arial MT"/>
              </a:rPr>
              <a:t>and </a:t>
            </a:r>
            <a:r>
              <a:rPr sz="2000" spc="100" dirty="0">
                <a:solidFill>
                  <a:srgbClr val="FFFFFF"/>
                </a:solidFill>
                <a:latin typeface="Arial MT"/>
                <a:cs typeface="Arial MT"/>
              </a:rPr>
              <a:t>Other</a:t>
            </a:r>
            <a:r>
              <a:rPr sz="2000" spc="5" dirty="0">
                <a:solidFill>
                  <a:srgbClr val="FFFFFF"/>
                </a:solidFill>
                <a:latin typeface="Arial MT"/>
                <a:cs typeface="Arial MT"/>
              </a:rPr>
              <a:t> </a:t>
            </a:r>
            <a:r>
              <a:rPr sz="2000" spc="160" dirty="0">
                <a:solidFill>
                  <a:srgbClr val="FFFFFF"/>
                </a:solidFill>
                <a:latin typeface="Arial MT"/>
                <a:cs typeface="Arial MT"/>
              </a:rPr>
              <a:t>Data</a:t>
            </a:r>
            <a:r>
              <a:rPr sz="2000" spc="10" dirty="0">
                <a:solidFill>
                  <a:srgbClr val="FFFFFF"/>
                </a:solidFill>
                <a:latin typeface="Arial MT"/>
                <a:cs typeface="Arial MT"/>
              </a:rPr>
              <a:t> </a:t>
            </a:r>
            <a:r>
              <a:rPr sz="2000" spc="-10" dirty="0">
                <a:solidFill>
                  <a:srgbClr val="FFFFFF"/>
                </a:solidFill>
                <a:latin typeface="Arial MT"/>
                <a:cs typeface="Arial MT"/>
              </a:rPr>
              <a:t>Formats</a:t>
            </a:r>
            <a:endParaRPr sz="2000">
              <a:latin typeface="Arial MT"/>
              <a:cs typeface="Arial MT"/>
            </a:endParaRPr>
          </a:p>
        </p:txBody>
      </p:sp>
      <p:grpSp>
        <p:nvGrpSpPr>
          <p:cNvPr id="35" name="object 35"/>
          <p:cNvGrpSpPr/>
          <p:nvPr/>
        </p:nvGrpSpPr>
        <p:grpSpPr>
          <a:xfrm>
            <a:off x="6531165" y="3017583"/>
            <a:ext cx="4290695" cy="1403985"/>
            <a:chOff x="6531165" y="3017583"/>
            <a:chExt cx="4290695" cy="1403985"/>
          </a:xfrm>
        </p:grpSpPr>
        <p:sp>
          <p:nvSpPr>
            <p:cNvPr id="36" name="object 36"/>
            <p:cNvSpPr/>
            <p:nvPr/>
          </p:nvSpPr>
          <p:spPr>
            <a:xfrm>
              <a:off x="6539103" y="3025520"/>
              <a:ext cx="661035" cy="661035"/>
            </a:xfrm>
            <a:custGeom>
              <a:avLst/>
              <a:gdLst/>
              <a:ahLst/>
              <a:cxnLst/>
              <a:rect l="l" t="t" r="r" b="b"/>
              <a:pathLst>
                <a:path w="661034" h="661035">
                  <a:moveTo>
                    <a:pt x="330327" y="0"/>
                  </a:moveTo>
                  <a:lnTo>
                    <a:pt x="281513" y="3581"/>
                  </a:lnTo>
                  <a:lnTo>
                    <a:pt x="234923" y="13985"/>
                  </a:lnTo>
                  <a:lnTo>
                    <a:pt x="191069" y="30701"/>
                  </a:lnTo>
                  <a:lnTo>
                    <a:pt x="150460" y="53217"/>
                  </a:lnTo>
                  <a:lnTo>
                    <a:pt x="113607" y="81023"/>
                  </a:lnTo>
                  <a:lnTo>
                    <a:pt x="81023" y="113607"/>
                  </a:lnTo>
                  <a:lnTo>
                    <a:pt x="53217" y="150460"/>
                  </a:lnTo>
                  <a:lnTo>
                    <a:pt x="30701" y="191069"/>
                  </a:lnTo>
                  <a:lnTo>
                    <a:pt x="13985" y="234923"/>
                  </a:lnTo>
                  <a:lnTo>
                    <a:pt x="3581" y="281513"/>
                  </a:lnTo>
                  <a:lnTo>
                    <a:pt x="0" y="330326"/>
                  </a:lnTo>
                  <a:lnTo>
                    <a:pt x="3581" y="379140"/>
                  </a:lnTo>
                  <a:lnTo>
                    <a:pt x="13985" y="425730"/>
                  </a:lnTo>
                  <a:lnTo>
                    <a:pt x="30701" y="469584"/>
                  </a:lnTo>
                  <a:lnTo>
                    <a:pt x="53217" y="510193"/>
                  </a:lnTo>
                  <a:lnTo>
                    <a:pt x="81023" y="547046"/>
                  </a:lnTo>
                  <a:lnTo>
                    <a:pt x="113607" y="579630"/>
                  </a:lnTo>
                  <a:lnTo>
                    <a:pt x="150460" y="607436"/>
                  </a:lnTo>
                  <a:lnTo>
                    <a:pt x="191069" y="629952"/>
                  </a:lnTo>
                  <a:lnTo>
                    <a:pt x="234923" y="646668"/>
                  </a:lnTo>
                  <a:lnTo>
                    <a:pt x="281513" y="657072"/>
                  </a:lnTo>
                  <a:lnTo>
                    <a:pt x="330327" y="660654"/>
                  </a:lnTo>
                  <a:lnTo>
                    <a:pt x="379140" y="657072"/>
                  </a:lnTo>
                  <a:lnTo>
                    <a:pt x="425730" y="646668"/>
                  </a:lnTo>
                  <a:lnTo>
                    <a:pt x="469584" y="629952"/>
                  </a:lnTo>
                  <a:lnTo>
                    <a:pt x="510193" y="607436"/>
                  </a:lnTo>
                  <a:lnTo>
                    <a:pt x="547046" y="579630"/>
                  </a:lnTo>
                  <a:lnTo>
                    <a:pt x="579630" y="547046"/>
                  </a:lnTo>
                  <a:lnTo>
                    <a:pt x="607436" y="510193"/>
                  </a:lnTo>
                  <a:lnTo>
                    <a:pt x="629952" y="469584"/>
                  </a:lnTo>
                  <a:lnTo>
                    <a:pt x="646668" y="425730"/>
                  </a:lnTo>
                  <a:lnTo>
                    <a:pt x="657072" y="379140"/>
                  </a:lnTo>
                  <a:lnTo>
                    <a:pt x="660654" y="330326"/>
                  </a:lnTo>
                  <a:lnTo>
                    <a:pt x="657072" y="281513"/>
                  </a:lnTo>
                  <a:lnTo>
                    <a:pt x="646668" y="234923"/>
                  </a:lnTo>
                  <a:lnTo>
                    <a:pt x="629952" y="191069"/>
                  </a:lnTo>
                  <a:lnTo>
                    <a:pt x="607436" y="150460"/>
                  </a:lnTo>
                  <a:lnTo>
                    <a:pt x="579630" y="113607"/>
                  </a:lnTo>
                  <a:lnTo>
                    <a:pt x="547046" y="81023"/>
                  </a:lnTo>
                  <a:lnTo>
                    <a:pt x="510193" y="53217"/>
                  </a:lnTo>
                  <a:lnTo>
                    <a:pt x="469584" y="30701"/>
                  </a:lnTo>
                  <a:lnTo>
                    <a:pt x="425730" y="13985"/>
                  </a:lnTo>
                  <a:lnTo>
                    <a:pt x="379140" y="3581"/>
                  </a:lnTo>
                  <a:lnTo>
                    <a:pt x="330327" y="0"/>
                  </a:lnTo>
                  <a:close/>
                </a:path>
              </a:pathLst>
            </a:custGeom>
            <a:solidFill>
              <a:srgbClr val="FFFFFF"/>
            </a:solidFill>
          </p:spPr>
          <p:txBody>
            <a:bodyPr wrap="square" lIns="0" tIns="0" rIns="0" bIns="0" rtlCol="0"/>
            <a:lstStyle/>
            <a:p>
              <a:endParaRPr/>
            </a:p>
          </p:txBody>
        </p:sp>
        <p:sp>
          <p:nvSpPr>
            <p:cNvPr id="37" name="object 37"/>
            <p:cNvSpPr/>
            <p:nvPr/>
          </p:nvSpPr>
          <p:spPr>
            <a:xfrm>
              <a:off x="6539103" y="3025520"/>
              <a:ext cx="661035" cy="661035"/>
            </a:xfrm>
            <a:custGeom>
              <a:avLst/>
              <a:gdLst/>
              <a:ahLst/>
              <a:cxnLst/>
              <a:rect l="l" t="t" r="r" b="b"/>
              <a:pathLst>
                <a:path w="661034" h="661035">
                  <a:moveTo>
                    <a:pt x="0" y="330326"/>
                  </a:moveTo>
                  <a:lnTo>
                    <a:pt x="3581" y="281513"/>
                  </a:lnTo>
                  <a:lnTo>
                    <a:pt x="13985" y="234923"/>
                  </a:lnTo>
                  <a:lnTo>
                    <a:pt x="30701" y="191069"/>
                  </a:lnTo>
                  <a:lnTo>
                    <a:pt x="53217" y="150460"/>
                  </a:lnTo>
                  <a:lnTo>
                    <a:pt x="81023" y="113607"/>
                  </a:lnTo>
                  <a:lnTo>
                    <a:pt x="113607" y="81023"/>
                  </a:lnTo>
                  <a:lnTo>
                    <a:pt x="150460" y="53217"/>
                  </a:lnTo>
                  <a:lnTo>
                    <a:pt x="191069" y="30701"/>
                  </a:lnTo>
                  <a:lnTo>
                    <a:pt x="234923" y="13985"/>
                  </a:lnTo>
                  <a:lnTo>
                    <a:pt x="281513" y="3581"/>
                  </a:lnTo>
                  <a:lnTo>
                    <a:pt x="330327" y="0"/>
                  </a:lnTo>
                  <a:lnTo>
                    <a:pt x="379140" y="3581"/>
                  </a:lnTo>
                  <a:lnTo>
                    <a:pt x="425730" y="13985"/>
                  </a:lnTo>
                  <a:lnTo>
                    <a:pt x="469584" y="30701"/>
                  </a:lnTo>
                  <a:lnTo>
                    <a:pt x="510193" y="53217"/>
                  </a:lnTo>
                  <a:lnTo>
                    <a:pt x="547046" y="81023"/>
                  </a:lnTo>
                  <a:lnTo>
                    <a:pt x="579630" y="113607"/>
                  </a:lnTo>
                  <a:lnTo>
                    <a:pt x="607436" y="150460"/>
                  </a:lnTo>
                  <a:lnTo>
                    <a:pt x="629952" y="191069"/>
                  </a:lnTo>
                  <a:lnTo>
                    <a:pt x="646668" y="234923"/>
                  </a:lnTo>
                  <a:lnTo>
                    <a:pt x="657072" y="281513"/>
                  </a:lnTo>
                  <a:lnTo>
                    <a:pt x="660654" y="330326"/>
                  </a:lnTo>
                  <a:lnTo>
                    <a:pt x="657072" y="379140"/>
                  </a:lnTo>
                  <a:lnTo>
                    <a:pt x="646668" y="425730"/>
                  </a:lnTo>
                  <a:lnTo>
                    <a:pt x="629952" y="469584"/>
                  </a:lnTo>
                  <a:lnTo>
                    <a:pt x="607436" y="510193"/>
                  </a:lnTo>
                  <a:lnTo>
                    <a:pt x="579630" y="547046"/>
                  </a:lnTo>
                  <a:lnTo>
                    <a:pt x="547046" y="579630"/>
                  </a:lnTo>
                  <a:lnTo>
                    <a:pt x="510193" y="607436"/>
                  </a:lnTo>
                  <a:lnTo>
                    <a:pt x="469584" y="629952"/>
                  </a:lnTo>
                  <a:lnTo>
                    <a:pt x="425730" y="646668"/>
                  </a:lnTo>
                  <a:lnTo>
                    <a:pt x="379140" y="657072"/>
                  </a:lnTo>
                  <a:lnTo>
                    <a:pt x="330327" y="660654"/>
                  </a:lnTo>
                  <a:lnTo>
                    <a:pt x="281513" y="657072"/>
                  </a:lnTo>
                  <a:lnTo>
                    <a:pt x="234923" y="646668"/>
                  </a:lnTo>
                  <a:lnTo>
                    <a:pt x="191069" y="629952"/>
                  </a:lnTo>
                  <a:lnTo>
                    <a:pt x="150460" y="607436"/>
                  </a:lnTo>
                  <a:lnTo>
                    <a:pt x="113607" y="579630"/>
                  </a:lnTo>
                  <a:lnTo>
                    <a:pt x="81023" y="547046"/>
                  </a:lnTo>
                  <a:lnTo>
                    <a:pt x="53217" y="510193"/>
                  </a:lnTo>
                  <a:lnTo>
                    <a:pt x="30701" y="469584"/>
                  </a:lnTo>
                  <a:lnTo>
                    <a:pt x="13985" y="425730"/>
                  </a:lnTo>
                  <a:lnTo>
                    <a:pt x="3581" y="379140"/>
                  </a:lnTo>
                  <a:lnTo>
                    <a:pt x="0" y="330326"/>
                  </a:lnTo>
                  <a:close/>
                </a:path>
              </a:pathLst>
            </a:custGeom>
            <a:ln w="15875">
              <a:solidFill>
                <a:srgbClr val="BC572C"/>
              </a:solidFill>
            </a:ln>
          </p:spPr>
          <p:txBody>
            <a:bodyPr wrap="square" lIns="0" tIns="0" rIns="0" bIns="0" rtlCol="0"/>
            <a:lstStyle/>
            <a:p>
              <a:endParaRPr/>
            </a:p>
          </p:txBody>
        </p:sp>
        <p:sp>
          <p:nvSpPr>
            <p:cNvPr id="38" name="object 38"/>
            <p:cNvSpPr/>
            <p:nvPr/>
          </p:nvSpPr>
          <p:spPr>
            <a:xfrm>
              <a:off x="7061835" y="3885056"/>
              <a:ext cx="3752215" cy="528320"/>
            </a:xfrm>
            <a:custGeom>
              <a:avLst/>
              <a:gdLst/>
              <a:ahLst/>
              <a:cxnLst/>
              <a:rect l="l" t="t" r="r" b="b"/>
              <a:pathLst>
                <a:path w="3752215" h="528320">
                  <a:moveTo>
                    <a:pt x="3752088" y="0"/>
                  </a:moveTo>
                  <a:lnTo>
                    <a:pt x="0" y="0"/>
                  </a:lnTo>
                  <a:lnTo>
                    <a:pt x="0" y="528066"/>
                  </a:lnTo>
                  <a:lnTo>
                    <a:pt x="3752088" y="528066"/>
                  </a:lnTo>
                  <a:lnTo>
                    <a:pt x="3752088" y="0"/>
                  </a:lnTo>
                  <a:close/>
                </a:path>
              </a:pathLst>
            </a:custGeom>
            <a:solidFill>
              <a:srgbClr val="855540"/>
            </a:solidFill>
          </p:spPr>
          <p:txBody>
            <a:bodyPr wrap="square" lIns="0" tIns="0" rIns="0" bIns="0" rtlCol="0"/>
            <a:lstStyle/>
            <a:p>
              <a:endParaRPr/>
            </a:p>
          </p:txBody>
        </p:sp>
        <p:sp>
          <p:nvSpPr>
            <p:cNvPr id="39" name="object 39"/>
            <p:cNvSpPr/>
            <p:nvPr/>
          </p:nvSpPr>
          <p:spPr>
            <a:xfrm>
              <a:off x="7061835" y="3885056"/>
              <a:ext cx="3752215" cy="528320"/>
            </a:xfrm>
            <a:custGeom>
              <a:avLst/>
              <a:gdLst/>
              <a:ahLst/>
              <a:cxnLst/>
              <a:rect l="l" t="t" r="r" b="b"/>
              <a:pathLst>
                <a:path w="3752215" h="528320">
                  <a:moveTo>
                    <a:pt x="0" y="0"/>
                  </a:moveTo>
                  <a:lnTo>
                    <a:pt x="3752088" y="0"/>
                  </a:lnTo>
                  <a:lnTo>
                    <a:pt x="3752088" y="528066"/>
                  </a:lnTo>
                  <a:lnTo>
                    <a:pt x="0" y="528066"/>
                  </a:lnTo>
                  <a:lnTo>
                    <a:pt x="0" y="0"/>
                  </a:lnTo>
                  <a:close/>
                </a:path>
              </a:pathLst>
            </a:custGeom>
            <a:ln w="15875">
              <a:solidFill>
                <a:srgbClr val="FFFFFF"/>
              </a:solidFill>
            </a:ln>
          </p:spPr>
          <p:txBody>
            <a:bodyPr wrap="square" lIns="0" tIns="0" rIns="0" bIns="0" rtlCol="0"/>
            <a:lstStyle/>
            <a:p>
              <a:endParaRPr/>
            </a:p>
          </p:txBody>
        </p:sp>
      </p:grpSp>
      <p:sp>
        <p:nvSpPr>
          <p:cNvPr id="40" name="object 40"/>
          <p:cNvSpPr txBox="1"/>
          <p:nvPr/>
        </p:nvSpPr>
        <p:spPr>
          <a:xfrm>
            <a:off x="7468059" y="3966758"/>
            <a:ext cx="3237230" cy="330200"/>
          </a:xfrm>
          <a:prstGeom prst="rect">
            <a:avLst/>
          </a:prstGeom>
        </p:spPr>
        <p:txBody>
          <a:bodyPr vert="horz" wrap="square" lIns="0" tIns="12065" rIns="0" bIns="0" rtlCol="0">
            <a:spAutoFit/>
          </a:bodyPr>
          <a:lstStyle/>
          <a:p>
            <a:pPr marL="12700">
              <a:lnSpc>
                <a:spcPct val="100000"/>
              </a:lnSpc>
              <a:spcBef>
                <a:spcPts val="95"/>
              </a:spcBef>
            </a:pPr>
            <a:r>
              <a:rPr sz="2000" spc="-10" dirty="0">
                <a:solidFill>
                  <a:srgbClr val="FFFFFF"/>
                </a:solidFill>
                <a:latin typeface="Arial MT"/>
                <a:cs typeface="Arial MT"/>
              </a:rPr>
              <a:t>In-</a:t>
            </a:r>
            <a:r>
              <a:rPr sz="2000" spc="120" dirty="0">
                <a:solidFill>
                  <a:srgbClr val="FFFFFF"/>
                </a:solidFill>
                <a:latin typeface="Arial MT"/>
                <a:cs typeface="Arial MT"/>
              </a:rPr>
              <a:t>memory</a:t>
            </a:r>
            <a:r>
              <a:rPr sz="2000" spc="-20" dirty="0">
                <a:solidFill>
                  <a:srgbClr val="FFFFFF"/>
                </a:solidFill>
                <a:latin typeface="Arial MT"/>
                <a:cs typeface="Arial MT"/>
              </a:rPr>
              <a:t> File</a:t>
            </a:r>
            <a:r>
              <a:rPr sz="2000" spc="-35" dirty="0">
                <a:solidFill>
                  <a:srgbClr val="FFFFFF"/>
                </a:solidFill>
                <a:latin typeface="Arial MT"/>
                <a:cs typeface="Arial MT"/>
              </a:rPr>
              <a:t> </a:t>
            </a:r>
            <a:r>
              <a:rPr sz="2000" spc="75" dirty="0">
                <a:solidFill>
                  <a:srgbClr val="FFFFFF"/>
                </a:solidFill>
                <a:latin typeface="Arial MT"/>
                <a:cs typeface="Arial MT"/>
              </a:rPr>
              <a:t>Operations</a:t>
            </a:r>
            <a:endParaRPr sz="2000">
              <a:latin typeface="Arial MT"/>
              <a:cs typeface="Arial MT"/>
            </a:endParaRPr>
          </a:p>
        </p:txBody>
      </p:sp>
      <p:grpSp>
        <p:nvGrpSpPr>
          <p:cNvPr id="41" name="object 41"/>
          <p:cNvGrpSpPr/>
          <p:nvPr/>
        </p:nvGrpSpPr>
        <p:grpSpPr>
          <a:xfrm>
            <a:off x="6723189" y="3810825"/>
            <a:ext cx="4098925" cy="1403985"/>
            <a:chOff x="6723189" y="3810825"/>
            <a:chExt cx="4098925" cy="1403985"/>
          </a:xfrm>
        </p:grpSpPr>
        <p:sp>
          <p:nvSpPr>
            <p:cNvPr id="42" name="object 42"/>
            <p:cNvSpPr/>
            <p:nvPr/>
          </p:nvSpPr>
          <p:spPr>
            <a:xfrm>
              <a:off x="6731127" y="3818763"/>
              <a:ext cx="661035" cy="661035"/>
            </a:xfrm>
            <a:custGeom>
              <a:avLst/>
              <a:gdLst/>
              <a:ahLst/>
              <a:cxnLst/>
              <a:rect l="l" t="t" r="r" b="b"/>
              <a:pathLst>
                <a:path w="661034" h="661035">
                  <a:moveTo>
                    <a:pt x="330327" y="0"/>
                  </a:moveTo>
                  <a:lnTo>
                    <a:pt x="281513" y="3581"/>
                  </a:lnTo>
                  <a:lnTo>
                    <a:pt x="234923" y="13985"/>
                  </a:lnTo>
                  <a:lnTo>
                    <a:pt x="191069" y="30701"/>
                  </a:lnTo>
                  <a:lnTo>
                    <a:pt x="150460" y="53217"/>
                  </a:lnTo>
                  <a:lnTo>
                    <a:pt x="113607" y="81023"/>
                  </a:lnTo>
                  <a:lnTo>
                    <a:pt x="81023" y="113607"/>
                  </a:lnTo>
                  <a:lnTo>
                    <a:pt x="53217" y="150460"/>
                  </a:lnTo>
                  <a:lnTo>
                    <a:pt x="30701" y="191069"/>
                  </a:lnTo>
                  <a:lnTo>
                    <a:pt x="13985" y="234923"/>
                  </a:lnTo>
                  <a:lnTo>
                    <a:pt x="3581" y="281513"/>
                  </a:lnTo>
                  <a:lnTo>
                    <a:pt x="0" y="330326"/>
                  </a:lnTo>
                  <a:lnTo>
                    <a:pt x="3581" y="379140"/>
                  </a:lnTo>
                  <a:lnTo>
                    <a:pt x="13985" y="425730"/>
                  </a:lnTo>
                  <a:lnTo>
                    <a:pt x="30701" y="469584"/>
                  </a:lnTo>
                  <a:lnTo>
                    <a:pt x="53217" y="510193"/>
                  </a:lnTo>
                  <a:lnTo>
                    <a:pt x="81023" y="547046"/>
                  </a:lnTo>
                  <a:lnTo>
                    <a:pt x="113607" y="579630"/>
                  </a:lnTo>
                  <a:lnTo>
                    <a:pt x="150460" y="607436"/>
                  </a:lnTo>
                  <a:lnTo>
                    <a:pt x="191069" y="629952"/>
                  </a:lnTo>
                  <a:lnTo>
                    <a:pt x="234923" y="646668"/>
                  </a:lnTo>
                  <a:lnTo>
                    <a:pt x="281513" y="657072"/>
                  </a:lnTo>
                  <a:lnTo>
                    <a:pt x="330327" y="660654"/>
                  </a:lnTo>
                  <a:lnTo>
                    <a:pt x="379140" y="657072"/>
                  </a:lnTo>
                  <a:lnTo>
                    <a:pt x="425730" y="646668"/>
                  </a:lnTo>
                  <a:lnTo>
                    <a:pt x="469584" y="629952"/>
                  </a:lnTo>
                  <a:lnTo>
                    <a:pt x="510193" y="607436"/>
                  </a:lnTo>
                  <a:lnTo>
                    <a:pt x="547046" y="579630"/>
                  </a:lnTo>
                  <a:lnTo>
                    <a:pt x="579630" y="547046"/>
                  </a:lnTo>
                  <a:lnTo>
                    <a:pt x="607436" y="510193"/>
                  </a:lnTo>
                  <a:lnTo>
                    <a:pt x="629952" y="469584"/>
                  </a:lnTo>
                  <a:lnTo>
                    <a:pt x="646668" y="425730"/>
                  </a:lnTo>
                  <a:lnTo>
                    <a:pt x="657072" y="379140"/>
                  </a:lnTo>
                  <a:lnTo>
                    <a:pt x="660654" y="330326"/>
                  </a:lnTo>
                  <a:lnTo>
                    <a:pt x="657072" y="281513"/>
                  </a:lnTo>
                  <a:lnTo>
                    <a:pt x="646668" y="234923"/>
                  </a:lnTo>
                  <a:lnTo>
                    <a:pt x="629952" y="191069"/>
                  </a:lnTo>
                  <a:lnTo>
                    <a:pt x="607436" y="150460"/>
                  </a:lnTo>
                  <a:lnTo>
                    <a:pt x="579630" y="113607"/>
                  </a:lnTo>
                  <a:lnTo>
                    <a:pt x="547046" y="81023"/>
                  </a:lnTo>
                  <a:lnTo>
                    <a:pt x="510193" y="53217"/>
                  </a:lnTo>
                  <a:lnTo>
                    <a:pt x="469584" y="30701"/>
                  </a:lnTo>
                  <a:lnTo>
                    <a:pt x="425730" y="13985"/>
                  </a:lnTo>
                  <a:lnTo>
                    <a:pt x="379140" y="3581"/>
                  </a:lnTo>
                  <a:lnTo>
                    <a:pt x="330327" y="0"/>
                  </a:lnTo>
                  <a:close/>
                </a:path>
              </a:pathLst>
            </a:custGeom>
            <a:solidFill>
              <a:srgbClr val="FFFFFF"/>
            </a:solidFill>
          </p:spPr>
          <p:txBody>
            <a:bodyPr wrap="square" lIns="0" tIns="0" rIns="0" bIns="0" rtlCol="0"/>
            <a:lstStyle/>
            <a:p>
              <a:endParaRPr/>
            </a:p>
          </p:txBody>
        </p:sp>
        <p:sp>
          <p:nvSpPr>
            <p:cNvPr id="43" name="object 43"/>
            <p:cNvSpPr/>
            <p:nvPr/>
          </p:nvSpPr>
          <p:spPr>
            <a:xfrm>
              <a:off x="6731127" y="3818763"/>
              <a:ext cx="661035" cy="661035"/>
            </a:xfrm>
            <a:custGeom>
              <a:avLst/>
              <a:gdLst/>
              <a:ahLst/>
              <a:cxnLst/>
              <a:rect l="l" t="t" r="r" b="b"/>
              <a:pathLst>
                <a:path w="661034" h="661035">
                  <a:moveTo>
                    <a:pt x="0" y="330326"/>
                  </a:moveTo>
                  <a:lnTo>
                    <a:pt x="3581" y="281513"/>
                  </a:lnTo>
                  <a:lnTo>
                    <a:pt x="13985" y="234923"/>
                  </a:lnTo>
                  <a:lnTo>
                    <a:pt x="30701" y="191069"/>
                  </a:lnTo>
                  <a:lnTo>
                    <a:pt x="53217" y="150460"/>
                  </a:lnTo>
                  <a:lnTo>
                    <a:pt x="81023" y="113607"/>
                  </a:lnTo>
                  <a:lnTo>
                    <a:pt x="113607" y="81023"/>
                  </a:lnTo>
                  <a:lnTo>
                    <a:pt x="150460" y="53217"/>
                  </a:lnTo>
                  <a:lnTo>
                    <a:pt x="191069" y="30701"/>
                  </a:lnTo>
                  <a:lnTo>
                    <a:pt x="234923" y="13985"/>
                  </a:lnTo>
                  <a:lnTo>
                    <a:pt x="281513" y="3581"/>
                  </a:lnTo>
                  <a:lnTo>
                    <a:pt x="330327" y="0"/>
                  </a:lnTo>
                  <a:lnTo>
                    <a:pt x="379140" y="3581"/>
                  </a:lnTo>
                  <a:lnTo>
                    <a:pt x="425730" y="13985"/>
                  </a:lnTo>
                  <a:lnTo>
                    <a:pt x="469584" y="30701"/>
                  </a:lnTo>
                  <a:lnTo>
                    <a:pt x="510193" y="53217"/>
                  </a:lnTo>
                  <a:lnTo>
                    <a:pt x="547046" y="81023"/>
                  </a:lnTo>
                  <a:lnTo>
                    <a:pt x="579630" y="113607"/>
                  </a:lnTo>
                  <a:lnTo>
                    <a:pt x="607436" y="150460"/>
                  </a:lnTo>
                  <a:lnTo>
                    <a:pt x="629952" y="191069"/>
                  </a:lnTo>
                  <a:lnTo>
                    <a:pt x="646668" y="234923"/>
                  </a:lnTo>
                  <a:lnTo>
                    <a:pt x="657072" y="281513"/>
                  </a:lnTo>
                  <a:lnTo>
                    <a:pt x="660654" y="330326"/>
                  </a:lnTo>
                  <a:lnTo>
                    <a:pt x="657072" y="379140"/>
                  </a:lnTo>
                  <a:lnTo>
                    <a:pt x="646668" y="425730"/>
                  </a:lnTo>
                  <a:lnTo>
                    <a:pt x="629952" y="469584"/>
                  </a:lnTo>
                  <a:lnTo>
                    <a:pt x="607436" y="510193"/>
                  </a:lnTo>
                  <a:lnTo>
                    <a:pt x="579630" y="547046"/>
                  </a:lnTo>
                  <a:lnTo>
                    <a:pt x="547046" y="579630"/>
                  </a:lnTo>
                  <a:lnTo>
                    <a:pt x="510193" y="607436"/>
                  </a:lnTo>
                  <a:lnTo>
                    <a:pt x="469584" y="629952"/>
                  </a:lnTo>
                  <a:lnTo>
                    <a:pt x="425730" y="646668"/>
                  </a:lnTo>
                  <a:lnTo>
                    <a:pt x="379140" y="657072"/>
                  </a:lnTo>
                  <a:lnTo>
                    <a:pt x="330327" y="660654"/>
                  </a:lnTo>
                  <a:lnTo>
                    <a:pt x="281513" y="657072"/>
                  </a:lnTo>
                  <a:lnTo>
                    <a:pt x="234923" y="646668"/>
                  </a:lnTo>
                  <a:lnTo>
                    <a:pt x="191069" y="629952"/>
                  </a:lnTo>
                  <a:lnTo>
                    <a:pt x="150460" y="607436"/>
                  </a:lnTo>
                  <a:lnTo>
                    <a:pt x="113607" y="579630"/>
                  </a:lnTo>
                  <a:lnTo>
                    <a:pt x="81023" y="547046"/>
                  </a:lnTo>
                  <a:lnTo>
                    <a:pt x="53217" y="510193"/>
                  </a:lnTo>
                  <a:lnTo>
                    <a:pt x="30701" y="469584"/>
                  </a:lnTo>
                  <a:lnTo>
                    <a:pt x="13985" y="425730"/>
                  </a:lnTo>
                  <a:lnTo>
                    <a:pt x="3581" y="379140"/>
                  </a:lnTo>
                  <a:lnTo>
                    <a:pt x="0" y="330326"/>
                  </a:lnTo>
                  <a:close/>
                </a:path>
              </a:pathLst>
            </a:custGeom>
            <a:ln w="15875">
              <a:solidFill>
                <a:srgbClr val="855540"/>
              </a:solidFill>
            </a:ln>
          </p:spPr>
          <p:txBody>
            <a:bodyPr wrap="square" lIns="0" tIns="0" rIns="0" bIns="0" rtlCol="0"/>
            <a:lstStyle/>
            <a:p>
              <a:endParaRPr/>
            </a:p>
          </p:txBody>
        </p:sp>
        <p:sp>
          <p:nvSpPr>
            <p:cNvPr id="44" name="object 44"/>
            <p:cNvSpPr/>
            <p:nvPr/>
          </p:nvSpPr>
          <p:spPr>
            <a:xfrm>
              <a:off x="6869811" y="4677537"/>
              <a:ext cx="3944620" cy="528955"/>
            </a:xfrm>
            <a:custGeom>
              <a:avLst/>
              <a:gdLst/>
              <a:ahLst/>
              <a:cxnLst/>
              <a:rect l="l" t="t" r="r" b="b"/>
              <a:pathLst>
                <a:path w="3944620" h="528954">
                  <a:moveTo>
                    <a:pt x="3944112" y="0"/>
                  </a:moveTo>
                  <a:lnTo>
                    <a:pt x="0" y="0"/>
                  </a:lnTo>
                  <a:lnTo>
                    <a:pt x="0" y="528827"/>
                  </a:lnTo>
                  <a:lnTo>
                    <a:pt x="3944112" y="528827"/>
                  </a:lnTo>
                  <a:lnTo>
                    <a:pt x="3944112" y="0"/>
                  </a:lnTo>
                  <a:close/>
                </a:path>
              </a:pathLst>
            </a:custGeom>
            <a:solidFill>
              <a:srgbClr val="9B8356"/>
            </a:solidFill>
          </p:spPr>
          <p:txBody>
            <a:bodyPr wrap="square" lIns="0" tIns="0" rIns="0" bIns="0" rtlCol="0"/>
            <a:lstStyle/>
            <a:p>
              <a:endParaRPr/>
            </a:p>
          </p:txBody>
        </p:sp>
        <p:sp>
          <p:nvSpPr>
            <p:cNvPr id="45" name="object 45"/>
            <p:cNvSpPr/>
            <p:nvPr/>
          </p:nvSpPr>
          <p:spPr>
            <a:xfrm>
              <a:off x="6869811" y="4677537"/>
              <a:ext cx="3944620" cy="528955"/>
            </a:xfrm>
            <a:custGeom>
              <a:avLst/>
              <a:gdLst/>
              <a:ahLst/>
              <a:cxnLst/>
              <a:rect l="l" t="t" r="r" b="b"/>
              <a:pathLst>
                <a:path w="3944620" h="528954">
                  <a:moveTo>
                    <a:pt x="0" y="0"/>
                  </a:moveTo>
                  <a:lnTo>
                    <a:pt x="3944112" y="0"/>
                  </a:lnTo>
                  <a:lnTo>
                    <a:pt x="3944112" y="528827"/>
                  </a:lnTo>
                  <a:lnTo>
                    <a:pt x="0" y="528827"/>
                  </a:lnTo>
                  <a:lnTo>
                    <a:pt x="0" y="0"/>
                  </a:lnTo>
                  <a:close/>
                </a:path>
              </a:pathLst>
            </a:custGeom>
            <a:ln w="15875">
              <a:solidFill>
                <a:srgbClr val="FFFFFF"/>
              </a:solidFill>
            </a:ln>
          </p:spPr>
          <p:txBody>
            <a:bodyPr wrap="square" lIns="0" tIns="0" rIns="0" bIns="0" rtlCol="0"/>
            <a:lstStyle/>
            <a:p>
              <a:endParaRPr/>
            </a:p>
          </p:txBody>
        </p:sp>
      </p:grpSp>
      <p:sp>
        <p:nvSpPr>
          <p:cNvPr id="46" name="object 46"/>
          <p:cNvSpPr txBox="1"/>
          <p:nvPr/>
        </p:nvSpPr>
        <p:spPr>
          <a:xfrm>
            <a:off x="7275935" y="4759572"/>
            <a:ext cx="2971800" cy="330200"/>
          </a:xfrm>
          <a:prstGeom prst="rect">
            <a:avLst/>
          </a:prstGeom>
        </p:spPr>
        <p:txBody>
          <a:bodyPr vert="horz" wrap="square" lIns="0" tIns="12065" rIns="0" bIns="0" rtlCol="0">
            <a:spAutoFit/>
          </a:bodyPr>
          <a:lstStyle/>
          <a:p>
            <a:pPr marL="12700">
              <a:lnSpc>
                <a:spcPct val="100000"/>
              </a:lnSpc>
              <a:spcBef>
                <a:spcPts val="95"/>
              </a:spcBef>
            </a:pPr>
            <a:r>
              <a:rPr sz="2000" spc="60" dirty="0">
                <a:solidFill>
                  <a:srgbClr val="FFFFFF"/>
                </a:solidFill>
                <a:latin typeface="Arial MT"/>
                <a:cs typeface="Arial MT"/>
              </a:rPr>
              <a:t>Temporary</a:t>
            </a:r>
            <a:r>
              <a:rPr sz="2000" spc="-25" dirty="0">
                <a:solidFill>
                  <a:srgbClr val="FFFFFF"/>
                </a:solidFill>
                <a:latin typeface="Arial MT"/>
                <a:cs typeface="Arial MT"/>
              </a:rPr>
              <a:t> </a:t>
            </a:r>
            <a:r>
              <a:rPr sz="2000" spc="-20" dirty="0">
                <a:solidFill>
                  <a:srgbClr val="FFFFFF"/>
                </a:solidFill>
                <a:latin typeface="Arial MT"/>
                <a:cs typeface="Arial MT"/>
              </a:rPr>
              <a:t>File</a:t>
            </a:r>
            <a:r>
              <a:rPr sz="2000" spc="-40" dirty="0">
                <a:solidFill>
                  <a:srgbClr val="FFFFFF"/>
                </a:solidFill>
                <a:latin typeface="Arial MT"/>
                <a:cs typeface="Arial MT"/>
              </a:rPr>
              <a:t> </a:t>
            </a:r>
            <a:r>
              <a:rPr sz="2000" spc="75" dirty="0">
                <a:solidFill>
                  <a:srgbClr val="FFFFFF"/>
                </a:solidFill>
                <a:latin typeface="Arial MT"/>
                <a:cs typeface="Arial MT"/>
              </a:rPr>
              <a:t>Handling</a:t>
            </a:r>
            <a:endParaRPr sz="2000">
              <a:latin typeface="Arial MT"/>
              <a:cs typeface="Arial MT"/>
            </a:endParaRPr>
          </a:p>
        </p:txBody>
      </p:sp>
      <p:grpSp>
        <p:nvGrpSpPr>
          <p:cNvPr id="47" name="object 47"/>
          <p:cNvGrpSpPr/>
          <p:nvPr/>
        </p:nvGrpSpPr>
        <p:grpSpPr>
          <a:xfrm>
            <a:off x="6531165" y="4603305"/>
            <a:ext cx="676910" cy="676910"/>
            <a:chOff x="6531165" y="4603305"/>
            <a:chExt cx="676910" cy="676910"/>
          </a:xfrm>
        </p:grpSpPr>
        <p:sp>
          <p:nvSpPr>
            <p:cNvPr id="48" name="object 48"/>
            <p:cNvSpPr/>
            <p:nvPr/>
          </p:nvSpPr>
          <p:spPr>
            <a:xfrm>
              <a:off x="6539103" y="4611242"/>
              <a:ext cx="661035" cy="661035"/>
            </a:xfrm>
            <a:custGeom>
              <a:avLst/>
              <a:gdLst/>
              <a:ahLst/>
              <a:cxnLst/>
              <a:rect l="l" t="t" r="r" b="b"/>
              <a:pathLst>
                <a:path w="661034" h="661035">
                  <a:moveTo>
                    <a:pt x="330327" y="0"/>
                  </a:moveTo>
                  <a:lnTo>
                    <a:pt x="281513" y="3581"/>
                  </a:lnTo>
                  <a:lnTo>
                    <a:pt x="234923" y="13985"/>
                  </a:lnTo>
                  <a:lnTo>
                    <a:pt x="191069" y="30701"/>
                  </a:lnTo>
                  <a:lnTo>
                    <a:pt x="150460" y="53217"/>
                  </a:lnTo>
                  <a:lnTo>
                    <a:pt x="113607" y="81023"/>
                  </a:lnTo>
                  <a:lnTo>
                    <a:pt x="81023" y="113607"/>
                  </a:lnTo>
                  <a:lnTo>
                    <a:pt x="53217" y="150460"/>
                  </a:lnTo>
                  <a:lnTo>
                    <a:pt x="30701" y="191069"/>
                  </a:lnTo>
                  <a:lnTo>
                    <a:pt x="13985" y="234923"/>
                  </a:lnTo>
                  <a:lnTo>
                    <a:pt x="3581" y="281513"/>
                  </a:lnTo>
                  <a:lnTo>
                    <a:pt x="0" y="330326"/>
                  </a:lnTo>
                  <a:lnTo>
                    <a:pt x="3581" y="379140"/>
                  </a:lnTo>
                  <a:lnTo>
                    <a:pt x="13985" y="425730"/>
                  </a:lnTo>
                  <a:lnTo>
                    <a:pt x="30701" y="469584"/>
                  </a:lnTo>
                  <a:lnTo>
                    <a:pt x="53217" y="510193"/>
                  </a:lnTo>
                  <a:lnTo>
                    <a:pt x="81023" y="547046"/>
                  </a:lnTo>
                  <a:lnTo>
                    <a:pt x="113607" y="579630"/>
                  </a:lnTo>
                  <a:lnTo>
                    <a:pt x="150460" y="607436"/>
                  </a:lnTo>
                  <a:lnTo>
                    <a:pt x="191069" y="629952"/>
                  </a:lnTo>
                  <a:lnTo>
                    <a:pt x="234923" y="646668"/>
                  </a:lnTo>
                  <a:lnTo>
                    <a:pt x="281513" y="657072"/>
                  </a:lnTo>
                  <a:lnTo>
                    <a:pt x="330327" y="660653"/>
                  </a:lnTo>
                  <a:lnTo>
                    <a:pt x="379140" y="657072"/>
                  </a:lnTo>
                  <a:lnTo>
                    <a:pt x="425730" y="646668"/>
                  </a:lnTo>
                  <a:lnTo>
                    <a:pt x="469584" y="629952"/>
                  </a:lnTo>
                  <a:lnTo>
                    <a:pt x="510193" y="607436"/>
                  </a:lnTo>
                  <a:lnTo>
                    <a:pt x="547046" y="579630"/>
                  </a:lnTo>
                  <a:lnTo>
                    <a:pt x="579630" y="547046"/>
                  </a:lnTo>
                  <a:lnTo>
                    <a:pt x="607436" y="510193"/>
                  </a:lnTo>
                  <a:lnTo>
                    <a:pt x="629952" y="469584"/>
                  </a:lnTo>
                  <a:lnTo>
                    <a:pt x="646668" y="425730"/>
                  </a:lnTo>
                  <a:lnTo>
                    <a:pt x="657072" y="379140"/>
                  </a:lnTo>
                  <a:lnTo>
                    <a:pt x="660654" y="330326"/>
                  </a:lnTo>
                  <a:lnTo>
                    <a:pt x="657072" y="281513"/>
                  </a:lnTo>
                  <a:lnTo>
                    <a:pt x="646668" y="234923"/>
                  </a:lnTo>
                  <a:lnTo>
                    <a:pt x="629952" y="191069"/>
                  </a:lnTo>
                  <a:lnTo>
                    <a:pt x="607436" y="150460"/>
                  </a:lnTo>
                  <a:lnTo>
                    <a:pt x="579630" y="113607"/>
                  </a:lnTo>
                  <a:lnTo>
                    <a:pt x="547046" y="81023"/>
                  </a:lnTo>
                  <a:lnTo>
                    <a:pt x="510193" y="53217"/>
                  </a:lnTo>
                  <a:lnTo>
                    <a:pt x="469584" y="30701"/>
                  </a:lnTo>
                  <a:lnTo>
                    <a:pt x="425730" y="13985"/>
                  </a:lnTo>
                  <a:lnTo>
                    <a:pt x="379140" y="3581"/>
                  </a:lnTo>
                  <a:lnTo>
                    <a:pt x="330327" y="0"/>
                  </a:lnTo>
                  <a:close/>
                </a:path>
              </a:pathLst>
            </a:custGeom>
            <a:solidFill>
              <a:srgbClr val="FFFFFF"/>
            </a:solidFill>
          </p:spPr>
          <p:txBody>
            <a:bodyPr wrap="square" lIns="0" tIns="0" rIns="0" bIns="0" rtlCol="0"/>
            <a:lstStyle/>
            <a:p>
              <a:endParaRPr/>
            </a:p>
          </p:txBody>
        </p:sp>
        <p:sp>
          <p:nvSpPr>
            <p:cNvPr id="49" name="object 49"/>
            <p:cNvSpPr/>
            <p:nvPr/>
          </p:nvSpPr>
          <p:spPr>
            <a:xfrm>
              <a:off x="6539103" y="4611242"/>
              <a:ext cx="661035" cy="661035"/>
            </a:xfrm>
            <a:custGeom>
              <a:avLst/>
              <a:gdLst/>
              <a:ahLst/>
              <a:cxnLst/>
              <a:rect l="l" t="t" r="r" b="b"/>
              <a:pathLst>
                <a:path w="661034" h="661035">
                  <a:moveTo>
                    <a:pt x="0" y="330326"/>
                  </a:moveTo>
                  <a:lnTo>
                    <a:pt x="3581" y="281513"/>
                  </a:lnTo>
                  <a:lnTo>
                    <a:pt x="13985" y="234923"/>
                  </a:lnTo>
                  <a:lnTo>
                    <a:pt x="30701" y="191069"/>
                  </a:lnTo>
                  <a:lnTo>
                    <a:pt x="53217" y="150460"/>
                  </a:lnTo>
                  <a:lnTo>
                    <a:pt x="81023" y="113607"/>
                  </a:lnTo>
                  <a:lnTo>
                    <a:pt x="113607" y="81023"/>
                  </a:lnTo>
                  <a:lnTo>
                    <a:pt x="150460" y="53217"/>
                  </a:lnTo>
                  <a:lnTo>
                    <a:pt x="191069" y="30701"/>
                  </a:lnTo>
                  <a:lnTo>
                    <a:pt x="234923" y="13985"/>
                  </a:lnTo>
                  <a:lnTo>
                    <a:pt x="281513" y="3581"/>
                  </a:lnTo>
                  <a:lnTo>
                    <a:pt x="330327" y="0"/>
                  </a:lnTo>
                  <a:lnTo>
                    <a:pt x="379140" y="3581"/>
                  </a:lnTo>
                  <a:lnTo>
                    <a:pt x="425730" y="13985"/>
                  </a:lnTo>
                  <a:lnTo>
                    <a:pt x="469584" y="30701"/>
                  </a:lnTo>
                  <a:lnTo>
                    <a:pt x="510193" y="53217"/>
                  </a:lnTo>
                  <a:lnTo>
                    <a:pt x="547046" y="81023"/>
                  </a:lnTo>
                  <a:lnTo>
                    <a:pt x="579630" y="113607"/>
                  </a:lnTo>
                  <a:lnTo>
                    <a:pt x="607436" y="150460"/>
                  </a:lnTo>
                  <a:lnTo>
                    <a:pt x="629952" y="191069"/>
                  </a:lnTo>
                  <a:lnTo>
                    <a:pt x="646668" y="234923"/>
                  </a:lnTo>
                  <a:lnTo>
                    <a:pt x="657072" y="281513"/>
                  </a:lnTo>
                  <a:lnTo>
                    <a:pt x="660654" y="330326"/>
                  </a:lnTo>
                  <a:lnTo>
                    <a:pt x="657072" y="379140"/>
                  </a:lnTo>
                  <a:lnTo>
                    <a:pt x="646668" y="425730"/>
                  </a:lnTo>
                  <a:lnTo>
                    <a:pt x="629952" y="469584"/>
                  </a:lnTo>
                  <a:lnTo>
                    <a:pt x="607436" y="510193"/>
                  </a:lnTo>
                  <a:lnTo>
                    <a:pt x="579630" y="547046"/>
                  </a:lnTo>
                  <a:lnTo>
                    <a:pt x="547046" y="579630"/>
                  </a:lnTo>
                  <a:lnTo>
                    <a:pt x="510193" y="607436"/>
                  </a:lnTo>
                  <a:lnTo>
                    <a:pt x="469584" y="629952"/>
                  </a:lnTo>
                  <a:lnTo>
                    <a:pt x="425730" y="646668"/>
                  </a:lnTo>
                  <a:lnTo>
                    <a:pt x="379140" y="657072"/>
                  </a:lnTo>
                  <a:lnTo>
                    <a:pt x="330327" y="660653"/>
                  </a:lnTo>
                  <a:lnTo>
                    <a:pt x="281513" y="657072"/>
                  </a:lnTo>
                  <a:lnTo>
                    <a:pt x="234923" y="646668"/>
                  </a:lnTo>
                  <a:lnTo>
                    <a:pt x="191069" y="629952"/>
                  </a:lnTo>
                  <a:lnTo>
                    <a:pt x="150460" y="607436"/>
                  </a:lnTo>
                  <a:lnTo>
                    <a:pt x="113607" y="579630"/>
                  </a:lnTo>
                  <a:lnTo>
                    <a:pt x="81023" y="547046"/>
                  </a:lnTo>
                  <a:lnTo>
                    <a:pt x="53217" y="510193"/>
                  </a:lnTo>
                  <a:lnTo>
                    <a:pt x="30701" y="469584"/>
                  </a:lnTo>
                  <a:lnTo>
                    <a:pt x="13985" y="425730"/>
                  </a:lnTo>
                  <a:lnTo>
                    <a:pt x="3581" y="379140"/>
                  </a:lnTo>
                  <a:lnTo>
                    <a:pt x="0" y="330326"/>
                  </a:lnTo>
                  <a:close/>
                </a:path>
              </a:pathLst>
            </a:custGeom>
            <a:ln w="15875">
              <a:solidFill>
                <a:srgbClr val="9B8356"/>
              </a:solidFill>
            </a:ln>
          </p:spPr>
          <p:txBody>
            <a:bodyPr wrap="square" lIns="0" tIns="0" rIns="0" bIns="0" rtlCol="0"/>
            <a:lstStyle/>
            <a:p>
              <a:endParaRPr/>
            </a:p>
          </p:txBody>
        </p:sp>
      </p:grpSp>
      <p:sp>
        <p:nvSpPr>
          <p:cNvPr id="50" name="object 5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3</a:t>
            </a:fld>
            <a:endParaRPr spc="-50" dirty="0"/>
          </a:p>
        </p:txBody>
      </p:sp>
      <p:sp>
        <p:nvSpPr>
          <p:cNvPr id="51" name="object 5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52" name="object 5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314959"/>
            <a:ext cx="7331709" cy="1379220"/>
          </a:xfrm>
          <a:prstGeom prst="rect">
            <a:avLst/>
          </a:prstGeom>
        </p:spPr>
        <p:txBody>
          <a:bodyPr vert="horz" wrap="square" lIns="0" tIns="124460" rIns="0" bIns="0" rtlCol="0">
            <a:spAutoFit/>
          </a:bodyPr>
          <a:lstStyle/>
          <a:p>
            <a:pPr marL="12700" marR="5080">
              <a:lnSpc>
                <a:spcPts val="4900"/>
              </a:lnSpc>
              <a:spcBef>
                <a:spcPts val="980"/>
              </a:spcBef>
            </a:pPr>
            <a:r>
              <a:rPr spc="-195" dirty="0"/>
              <a:t>Benefits</a:t>
            </a:r>
            <a:r>
              <a:rPr spc="-140" dirty="0"/>
              <a:t> </a:t>
            </a:r>
            <a:r>
              <a:rPr dirty="0"/>
              <a:t>of</a:t>
            </a:r>
            <a:r>
              <a:rPr spc="-180" dirty="0"/>
              <a:t> </a:t>
            </a:r>
            <a:r>
              <a:rPr spc="155" dirty="0"/>
              <a:t>Advanced</a:t>
            </a:r>
            <a:r>
              <a:rPr spc="-140" dirty="0"/>
              <a:t> </a:t>
            </a:r>
            <a:r>
              <a:rPr spc="-135" dirty="0"/>
              <a:t>File </a:t>
            </a:r>
            <a:r>
              <a:rPr dirty="0"/>
              <a:t>Handling</a:t>
            </a:r>
            <a:r>
              <a:rPr spc="-265" dirty="0"/>
              <a:t> </a:t>
            </a:r>
            <a:r>
              <a:rPr spc="-10" dirty="0"/>
              <a:t>Techniques</a:t>
            </a:r>
          </a:p>
        </p:txBody>
      </p:sp>
      <p:sp>
        <p:nvSpPr>
          <p:cNvPr id="10" name="object 1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4</a:t>
            </a:fld>
            <a:endParaRPr spc="-50" dirty="0"/>
          </a:p>
        </p:txBody>
      </p:sp>
      <p:sp>
        <p:nvSpPr>
          <p:cNvPr id="11" name="object 1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2" name="object 1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3" name="object 3"/>
          <p:cNvSpPr txBox="1"/>
          <p:nvPr/>
        </p:nvSpPr>
        <p:spPr>
          <a:xfrm>
            <a:off x="2828925" y="2828925"/>
            <a:ext cx="2032000" cy="1218565"/>
          </a:xfrm>
          <a:prstGeom prst="rect">
            <a:avLst/>
          </a:prstGeom>
          <a:solidFill>
            <a:srgbClr val="626F52"/>
          </a:solidFill>
          <a:ln w="15875">
            <a:solidFill>
              <a:srgbClr val="CCDDEA"/>
            </a:solidFill>
          </a:ln>
        </p:spPr>
        <p:txBody>
          <a:bodyPr vert="horz" wrap="square" lIns="0" tIns="37465" rIns="0" bIns="0" rtlCol="0">
            <a:spAutoFit/>
          </a:bodyPr>
          <a:lstStyle/>
          <a:p>
            <a:pPr>
              <a:lnSpc>
                <a:spcPct val="100000"/>
              </a:lnSpc>
              <a:spcBef>
                <a:spcPts val="295"/>
              </a:spcBef>
            </a:pPr>
            <a:endParaRPr sz="2000">
              <a:latin typeface="Times New Roman"/>
              <a:cs typeface="Times New Roman"/>
            </a:endParaRPr>
          </a:p>
          <a:p>
            <a:pPr marL="211454" marR="205104" indent="152400">
              <a:lnSpc>
                <a:spcPts val="2200"/>
              </a:lnSpc>
            </a:pPr>
            <a:r>
              <a:rPr sz="2000" spc="60" dirty="0">
                <a:solidFill>
                  <a:srgbClr val="FFFFFF"/>
                </a:solidFill>
                <a:latin typeface="Arial MT"/>
                <a:cs typeface="Arial MT"/>
              </a:rPr>
              <a:t>Optimizing </a:t>
            </a:r>
            <a:r>
              <a:rPr sz="2000" spc="90" dirty="0">
                <a:solidFill>
                  <a:srgbClr val="FFFFFF"/>
                </a:solidFill>
                <a:latin typeface="Arial MT"/>
                <a:cs typeface="Arial MT"/>
              </a:rPr>
              <a:t>Performance</a:t>
            </a:r>
            <a:endParaRPr sz="2000">
              <a:latin typeface="Arial MT"/>
              <a:cs typeface="Arial MT"/>
            </a:endParaRPr>
          </a:p>
        </p:txBody>
      </p:sp>
      <p:sp>
        <p:nvSpPr>
          <p:cNvPr id="4" name="object 4"/>
          <p:cNvSpPr txBox="1"/>
          <p:nvPr/>
        </p:nvSpPr>
        <p:spPr>
          <a:xfrm>
            <a:off x="5063871" y="2828925"/>
            <a:ext cx="2030730" cy="1218565"/>
          </a:xfrm>
          <a:prstGeom prst="rect">
            <a:avLst/>
          </a:prstGeom>
          <a:solidFill>
            <a:srgbClr val="626F52"/>
          </a:solidFill>
          <a:ln w="15875">
            <a:solidFill>
              <a:srgbClr val="CCDDEA"/>
            </a:solidFill>
          </a:ln>
        </p:spPr>
        <p:txBody>
          <a:bodyPr vert="horz" wrap="square" lIns="0" tIns="37465" rIns="0" bIns="0" rtlCol="0">
            <a:spAutoFit/>
          </a:bodyPr>
          <a:lstStyle/>
          <a:p>
            <a:pPr>
              <a:lnSpc>
                <a:spcPct val="100000"/>
              </a:lnSpc>
              <a:spcBef>
                <a:spcPts val="295"/>
              </a:spcBef>
            </a:pPr>
            <a:endParaRPr sz="2000">
              <a:latin typeface="Times New Roman"/>
              <a:cs typeface="Times New Roman"/>
            </a:endParaRPr>
          </a:p>
          <a:p>
            <a:pPr marL="535305" marR="163195" indent="-365125">
              <a:lnSpc>
                <a:spcPts val="2200"/>
              </a:lnSpc>
            </a:pPr>
            <a:r>
              <a:rPr sz="2000" dirty="0">
                <a:solidFill>
                  <a:srgbClr val="FFFFFF"/>
                </a:solidFill>
                <a:latin typeface="Arial MT"/>
                <a:cs typeface="Arial MT"/>
              </a:rPr>
              <a:t>Ensuring</a:t>
            </a:r>
            <a:r>
              <a:rPr sz="2000" spc="-114" dirty="0">
                <a:solidFill>
                  <a:srgbClr val="FFFFFF"/>
                </a:solidFill>
                <a:latin typeface="Arial MT"/>
                <a:cs typeface="Arial MT"/>
              </a:rPr>
              <a:t> </a:t>
            </a:r>
            <a:r>
              <a:rPr sz="2000" spc="140" dirty="0">
                <a:solidFill>
                  <a:srgbClr val="FFFFFF"/>
                </a:solidFill>
                <a:latin typeface="Arial MT"/>
                <a:cs typeface="Arial MT"/>
              </a:rPr>
              <a:t>Data </a:t>
            </a:r>
            <a:r>
              <a:rPr sz="2000" spc="-10" dirty="0">
                <a:solidFill>
                  <a:srgbClr val="FFFFFF"/>
                </a:solidFill>
                <a:latin typeface="Arial MT"/>
                <a:cs typeface="Arial MT"/>
              </a:rPr>
              <a:t>Security</a:t>
            </a:r>
            <a:endParaRPr sz="2000">
              <a:latin typeface="Arial MT"/>
              <a:cs typeface="Arial MT"/>
            </a:endParaRPr>
          </a:p>
        </p:txBody>
      </p:sp>
      <p:sp>
        <p:nvSpPr>
          <p:cNvPr id="5" name="object 5"/>
          <p:cNvSpPr txBox="1"/>
          <p:nvPr/>
        </p:nvSpPr>
        <p:spPr>
          <a:xfrm>
            <a:off x="7298055" y="2828925"/>
            <a:ext cx="2030730" cy="1218565"/>
          </a:xfrm>
          <a:prstGeom prst="rect">
            <a:avLst/>
          </a:prstGeom>
          <a:solidFill>
            <a:srgbClr val="626F52"/>
          </a:solidFill>
          <a:ln w="15875">
            <a:solidFill>
              <a:srgbClr val="CCDDEA"/>
            </a:solidFill>
          </a:ln>
        </p:spPr>
        <p:txBody>
          <a:bodyPr vert="horz" wrap="square" lIns="0" tIns="183515" rIns="0" bIns="0" rtlCol="0">
            <a:spAutoFit/>
          </a:bodyPr>
          <a:lstStyle/>
          <a:p>
            <a:pPr marL="260985" marR="254635" indent="96520" algn="just">
              <a:lnSpc>
                <a:spcPct val="91900"/>
              </a:lnSpc>
              <a:spcBef>
                <a:spcPts val="1445"/>
              </a:spcBef>
            </a:pPr>
            <a:r>
              <a:rPr sz="2000" spc="80" dirty="0">
                <a:solidFill>
                  <a:srgbClr val="FFFFFF"/>
                </a:solidFill>
                <a:latin typeface="Arial MT"/>
                <a:cs typeface="Arial MT"/>
              </a:rPr>
              <a:t>Enhancing </a:t>
            </a:r>
            <a:r>
              <a:rPr sz="2000" spc="-10" dirty="0">
                <a:solidFill>
                  <a:srgbClr val="FFFFFF"/>
                </a:solidFill>
                <a:latin typeface="Arial MT"/>
                <a:cs typeface="Arial MT"/>
              </a:rPr>
              <a:t>Robustness </a:t>
            </a:r>
            <a:r>
              <a:rPr sz="2000" spc="195" dirty="0">
                <a:solidFill>
                  <a:srgbClr val="FFFFFF"/>
                </a:solidFill>
                <a:latin typeface="Arial MT"/>
                <a:cs typeface="Arial MT"/>
              </a:rPr>
              <a:t>and</a:t>
            </a:r>
            <a:r>
              <a:rPr sz="2000" spc="10" dirty="0">
                <a:solidFill>
                  <a:srgbClr val="FFFFFF"/>
                </a:solidFill>
                <a:latin typeface="Arial MT"/>
                <a:cs typeface="Arial MT"/>
              </a:rPr>
              <a:t> </a:t>
            </a:r>
            <a:r>
              <a:rPr sz="2000" spc="-10" dirty="0">
                <a:solidFill>
                  <a:srgbClr val="FFFFFF"/>
                </a:solidFill>
                <a:latin typeface="Arial MT"/>
                <a:cs typeface="Arial MT"/>
              </a:rPr>
              <a:t>Stability</a:t>
            </a:r>
            <a:endParaRPr sz="2000">
              <a:latin typeface="Arial MT"/>
              <a:cs typeface="Arial MT"/>
            </a:endParaRPr>
          </a:p>
        </p:txBody>
      </p:sp>
      <p:sp>
        <p:nvSpPr>
          <p:cNvPr id="6" name="object 6"/>
          <p:cNvSpPr txBox="1"/>
          <p:nvPr/>
        </p:nvSpPr>
        <p:spPr>
          <a:xfrm>
            <a:off x="2828925" y="4250816"/>
            <a:ext cx="2032000" cy="1218565"/>
          </a:xfrm>
          <a:prstGeom prst="rect">
            <a:avLst/>
          </a:prstGeom>
          <a:solidFill>
            <a:srgbClr val="626F52"/>
          </a:solidFill>
          <a:ln w="15875">
            <a:solidFill>
              <a:srgbClr val="CCDDEA"/>
            </a:solidFill>
          </a:ln>
        </p:spPr>
        <p:txBody>
          <a:bodyPr vert="horz" wrap="square" lIns="0" tIns="37465" rIns="0" bIns="0" rtlCol="0">
            <a:spAutoFit/>
          </a:bodyPr>
          <a:lstStyle/>
          <a:p>
            <a:pPr>
              <a:lnSpc>
                <a:spcPct val="100000"/>
              </a:lnSpc>
              <a:spcBef>
                <a:spcPts val="295"/>
              </a:spcBef>
            </a:pPr>
            <a:endParaRPr sz="2000">
              <a:latin typeface="Times New Roman"/>
              <a:cs typeface="Times New Roman"/>
            </a:endParaRPr>
          </a:p>
          <a:p>
            <a:pPr marL="397510" marR="390525" indent="85090">
              <a:lnSpc>
                <a:spcPts val="2200"/>
              </a:lnSpc>
            </a:pPr>
            <a:r>
              <a:rPr sz="2000" spc="55" dirty="0">
                <a:solidFill>
                  <a:srgbClr val="FFFFFF"/>
                </a:solidFill>
                <a:latin typeface="Arial MT"/>
                <a:cs typeface="Arial MT"/>
              </a:rPr>
              <a:t>Enabling </a:t>
            </a:r>
            <a:r>
              <a:rPr sz="2000" spc="45" dirty="0">
                <a:solidFill>
                  <a:srgbClr val="FFFFFF"/>
                </a:solidFill>
                <a:latin typeface="Arial MT"/>
                <a:cs typeface="Arial MT"/>
              </a:rPr>
              <a:t>Scalability</a:t>
            </a:r>
            <a:endParaRPr sz="2000">
              <a:latin typeface="Arial MT"/>
              <a:cs typeface="Arial MT"/>
            </a:endParaRPr>
          </a:p>
        </p:txBody>
      </p:sp>
      <p:sp>
        <p:nvSpPr>
          <p:cNvPr id="7" name="object 7"/>
          <p:cNvSpPr txBox="1"/>
          <p:nvPr/>
        </p:nvSpPr>
        <p:spPr>
          <a:xfrm>
            <a:off x="5063871" y="4250816"/>
            <a:ext cx="2030730" cy="1218565"/>
          </a:xfrm>
          <a:prstGeom prst="rect">
            <a:avLst/>
          </a:prstGeom>
          <a:solidFill>
            <a:srgbClr val="626F52"/>
          </a:solidFill>
          <a:ln w="15875">
            <a:solidFill>
              <a:srgbClr val="CCDDEA"/>
            </a:solidFill>
          </a:ln>
        </p:spPr>
        <p:txBody>
          <a:bodyPr vert="horz" wrap="square" lIns="0" tIns="37465" rIns="0" bIns="0" rtlCol="0">
            <a:spAutoFit/>
          </a:bodyPr>
          <a:lstStyle/>
          <a:p>
            <a:pPr>
              <a:lnSpc>
                <a:spcPct val="100000"/>
              </a:lnSpc>
              <a:spcBef>
                <a:spcPts val="295"/>
              </a:spcBef>
            </a:pPr>
            <a:endParaRPr sz="2000">
              <a:latin typeface="Times New Roman"/>
              <a:cs typeface="Times New Roman"/>
            </a:endParaRPr>
          </a:p>
          <a:p>
            <a:pPr marL="659130" marR="366395" indent="-285750">
              <a:lnSpc>
                <a:spcPts val="2200"/>
              </a:lnSpc>
            </a:pPr>
            <a:r>
              <a:rPr sz="2000" spc="-10" dirty="0">
                <a:solidFill>
                  <a:srgbClr val="FFFFFF"/>
                </a:solidFill>
                <a:latin typeface="Arial MT"/>
                <a:cs typeface="Arial MT"/>
              </a:rPr>
              <a:t>Simplifying </a:t>
            </a:r>
            <a:r>
              <a:rPr sz="2000" spc="175" dirty="0">
                <a:solidFill>
                  <a:srgbClr val="FFFFFF"/>
                </a:solidFill>
                <a:latin typeface="Arial MT"/>
                <a:cs typeface="Arial MT"/>
              </a:rPr>
              <a:t>Code</a:t>
            </a:r>
            <a:endParaRPr sz="2000">
              <a:latin typeface="Arial MT"/>
              <a:cs typeface="Arial MT"/>
            </a:endParaRPr>
          </a:p>
        </p:txBody>
      </p:sp>
      <p:sp>
        <p:nvSpPr>
          <p:cNvPr id="8" name="object 8"/>
          <p:cNvSpPr txBox="1"/>
          <p:nvPr/>
        </p:nvSpPr>
        <p:spPr>
          <a:xfrm>
            <a:off x="7298055" y="4250816"/>
            <a:ext cx="2030730" cy="1218565"/>
          </a:xfrm>
          <a:prstGeom prst="rect">
            <a:avLst/>
          </a:prstGeom>
          <a:solidFill>
            <a:srgbClr val="626F52"/>
          </a:solidFill>
          <a:ln w="15875">
            <a:solidFill>
              <a:srgbClr val="CCDDEA"/>
            </a:solidFill>
          </a:ln>
        </p:spPr>
        <p:txBody>
          <a:bodyPr vert="horz" wrap="square" lIns="0" tIns="37465" rIns="0" bIns="0" rtlCol="0">
            <a:spAutoFit/>
          </a:bodyPr>
          <a:lstStyle/>
          <a:p>
            <a:pPr>
              <a:lnSpc>
                <a:spcPct val="100000"/>
              </a:lnSpc>
              <a:spcBef>
                <a:spcPts val="295"/>
              </a:spcBef>
            </a:pPr>
            <a:endParaRPr sz="2000">
              <a:latin typeface="Times New Roman"/>
              <a:cs typeface="Times New Roman"/>
            </a:endParaRPr>
          </a:p>
          <a:p>
            <a:pPr marL="484505" marR="440055" indent="-37465">
              <a:lnSpc>
                <a:spcPts val="2200"/>
              </a:lnSpc>
            </a:pPr>
            <a:r>
              <a:rPr sz="2000" spc="45" dirty="0">
                <a:solidFill>
                  <a:srgbClr val="FFFFFF"/>
                </a:solidFill>
                <a:latin typeface="Arial MT"/>
                <a:cs typeface="Arial MT"/>
              </a:rPr>
              <a:t>Providing </a:t>
            </a:r>
            <a:r>
              <a:rPr sz="2000" spc="-10" dirty="0">
                <a:solidFill>
                  <a:srgbClr val="FFFFFF"/>
                </a:solidFill>
                <a:latin typeface="Arial MT"/>
                <a:cs typeface="Arial MT"/>
              </a:rPr>
              <a:t>Flexibility</a:t>
            </a:r>
            <a:endParaRPr sz="2000">
              <a:latin typeface="Arial MT"/>
              <a:cs typeface="Arial MT"/>
            </a:endParaRPr>
          </a:p>
        </p:txBody>
      </p:sp>
      <p:sp>
        <p:nvSpPr>
          <p:cNvPr id="9" name="object 9"/>
          <p:cNvSpPr txBox="1"/>
          <p:nvPr/>
        </p:nvSpPr>
        <p:spPr>
          <a:xfrm>
            <a:off x="1235254" y="1970962"/>
            <a:ext cx="8888095" cy="330200"/>
          </a:xfrm>
          <a:prstGeom prst="rect">
            <a:avLst/>
          </a:prstGeom>
        </p:spPr>
        <p:txBody>
          <a:bodyPr vert="horz" wrap="square" lIns="0" tIns="12065" rIns="0" bIns="0" rtlCol="0">
            <a:spAutoFit/>
          </a:bodyPr>
          <a:lstStyle/>
          <a:p>
            <a:pPr marL="213995" indent="-205104">
              <a:lnSpc>
                <a:spcPct val="100000"/>
              </a:lnSpc>
              <a:spcBef>
                <a:spcPts val="95"/>
              </a:spcBef>
              <a:buClr>
                <a:srgbClr val="E38312"/>
              </a:buClr>
              <a:buSzPct val="95000"/>
              <a:buFont typeface="Wingdings"/>
              <a:buChar char=""/>
              <a:tabLst>
                <a:tab pos="213995" algn="l"/>
              </a:tabLst>
            </a:pPr>
            <a:r>
              <a:rPr sz="2000" spc="50" dirty="0">
                <a:solidFill>
                  <a:srgbClr val="404040"/>
                </a:solidFill>
                <a:latin typeface="Arial MT"/>
                <a:cs typeface="Arial MT"/>
              </a:rPr>
              <a:t>Following </a:t>
            </a:r>
            <a:r>
              <a:rPr sz="2000" spc="114" dirty="0">
                <a:solidFill>
                  <a:srgbClr val="404040"/>
                </a:solidFill>
                <a:latin typeface="Arial MT"/>
                <a:cs typeface="Arial MT"/>
              </a:rPr>
              <a:t>are</a:t>
            </a:r>
            <a:r>
              <a:rPr sz="2000" spc="25" dirty="0">
                <a:solidFill>
                  <a:srgbClr val="404040"/>
                </a:solidFill>
                <a:latin typeface="Arial MT"/>
                <a:cs typeface="Arial MT"/>
              </a:rPr>
              <a:t> </a:t>
            </a:r>
            <a:r>
              <a:rPr sz="2000" spc="75" dirty="0">
                <a:solidFill>
                  <a:srgbClr val="404040"/>
                </a:solidFill>
                <a:latin typeface="Arial MT"/>
                <a:cs typeface="Arial MT"/>
              </a:rPr>
              <a:t>benefits</a:t>
            </a:r>
            <a:r>
              <a:rPr sz="2000" spc="30" dirty="0">
                <a:solidFill>
                  <a:srgbClr val="404040"/>
                </a:solidFill>
                <a:latin typeface="Arial MT"/>
                <a:cs typeface="Arial MT"/>
              </a:rPr>
              <a:t> </a:t>
            </a:r>
            <a:r>
              <a:rPr sz="2000" spc="130" dirty="0">
                <a:solidFill>
                  <a:srgbClr val="404040"/>
                </a:solidFill>
                <a:latin typeface="Arial MT"/>
                <a:cs typeface="Arial MT"/>
              </a:rPr>
              <a:t>of</a:t>
            </a:r>
            <a:r>
              <a:rPr sz="2000" spc="30" dirty="0">
                <a:solidFill>
                  <a:srgbClr val="404040"/>
                </a:solidFill>
                <a:latin typeface="Arial MT"/>
                <a:cs typeface="Arial MT"/>
              </a:rPr>
              <a:t> </a:t>
            </a:r>
            <a:r>
              <a:rPr sz="2000" spc="204" dirty="0">
                <a:solidFill>
                  <a:srgbClr val="404040"/>
                </a:solidFill>
                <a:latin typeface="Arial MT"/>
                <a:cs typeface="Arial MT"/>
              </a:rPr>
              <a:t>advanced</a:t>
            </a:r>
            <a:r>
              <a:rPr sz="2000" spc="60" dirty="0">
                <a:solidFill>
                  <a:srgbClr val="404040"/>
                </a:solidFill>
                <a:latin typeface="Arial MT"/>
                <a:cs typeface="Arial MT"/>
              </a:rPr>
              <a:t> </a:t>
            </a:r>
            <a:r>
              <a:rPr sz="2000" dirty="0">
                <a:solidFill>
                  <a:srgbClr val="404040"/>
                </a:solidFill>
                <a:latin typeface="Arial MT"/>
                <a:cs typeface="Arial MT"/>
              </a:rPr>
              <a:t>file</a:t>
            </a:r>
            <a:r>
              <a:rPr sz="2000" spc="15" dirty="0">
                <a:solidFill>
                  <a:srgbClr val="404040"/>
                </a:solidFill>
                <a:latin typeface="Arial MT"/>
                <a:cs typeface="Arial MT"/>
              </a:rPr>
              <a:t> </a:t>
            </a:r>
            <a:r>
              <a:rPr sz="2000" spc="110" dirty="0">
                <a:solidFill>
                  <a:srgbClr val="404040"/>
                </a:solidFill>
                <a:latin typeface="Arial MT"/>
                <a:cs typeface="Arial MT"/>
              </a:rPr>
              <a:t>handling</a:t>
            </a:r>
            <a:r>
              <a:rPr sz="2000" spc="55" dirty="0">
                <a:solidFill>
                  <a:srgbClr val="404040"/>
                </a:solidFill>
                <a:latin typeface="Arial MT"/>
                <a:cs typeface="Arial MT"/>
              </a:rPr>
              <a:t> </a:t>
            </a:r>
            <a:r>
              <a:rPr sz="2000" spc="100" dirty="0">
                <a:solidFill>
                  <a:srgbClr val="404040"/>
                </a:solidFill>
                <a:latin typeface="Arial MT"/>
                <a:cs typeface="Arial MT"/>
              </a:rPr>
              <a:t>techniques</a:t>
            </a:r>
            <a:r>
              <a:rPr sz="2000" spc="60" dirty="0">
                <a:solidFill>
                  <a:srgbClr val="404040"/>
                </a:solidFill>
                <a:latin typeface="Arial MT"/>
                <a:cs typeface="Arial MT"/>
              </a:rPr>
              <a:t> </a:t>
            </a:r>
            <a:r>
              <a:rPr sz="2000" dirty="0">
                <a:solidFill>
                  <a:srgbClr val="404040"/>
                </a:solidFill>
                <a:latin typeface="Arial MT"/>
                <a:cs typeface="Arial MT"/>
              </a:rPr>
              <a:t>in</a:t>
            </a:r>
            <a:r>
              <a:rPr sz="2000" spc="25" dirty="0">
                <a:solidFill>
                  <a:srgbClr val="404040"/>
                </a:solidFill>
                <a:latin typeface="Arial MT"/>
                <a:cs typeface="Arial MT"/>
              </a:rPr>
              <a:t> </a:t>
            </a:r>
            <a:r>
              <a:rPr sz="2000" spc="50" dirty="0">
                <a:solidFill>
                  <a:srgbClr val="404040"/>
                </a:solidFill>
                <a:latin typeface="Arial MT"/>
                <a:cs typeface="Arial MT"/>
              </a:rPr>
              <a:t>Python:</a:t>
            </a:r>
            <a:endParaRPr sz="20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[1-</a:t>
            </a:r>
            <a:r>
              <a:rPr spc="-25" dirty="0"/>
              <a:t>2]</a:t>
            </a:r>
          </a:p>
        </p:txBody>
      </p:sp>
      <p:grpSp>
        <p:nvGrpSpPr>
          <p:cNvPr id="3" name="object 3"/>
          <p:cNvGrpSpPr/>
          <p:nvPr/>
        </p:nvGrpSpPr>
        <p:grpSpPr>
          <a:xfrm>
            <a:off x="1453197" y="2270066"/>
            <a:ext cx="9347835" cy="1099185"/>
            <a:chOff x="1453197" y="2270066"/>
            <a:chExt cx="9347835" cy="1099185"/>
          </a:xfrm>
        </p:grpSpPr>
        <p:sp>
          <p:nvSpPr>
            <p:cNvPr id="4" name="object 4"/>
            <p:cNvSpPr/>
            <p:nvPr/>
          </p:nvSpPr>
          <p:spPr>
            <a:xfrm>
              <a:off x="1461135" y="2278004"/>
              <a:ext cx="9331960" cy="1083310"/>
            </a:xfrm>
            <a:custGeom>
              <a:avLst/>
              <a:gdLst/>
              <a:ahLst/>
              <a:cxnLst/>
              <a:rect l="l" t="t" r="r" b="b"/>
              <a:pathLst>
                <a:path w="9331960" h="1083310">
                  <a:moveTo>
                    <a:pt x="9223171" y="0"/>
                  </a:moveTo>
                  <a:lnTo>
                    <a:pt x="108280" y="0"/>
                  </a:lnTo>
                  <a:lnTo>
                    <a:pt x="66131" y="8508"/>
                  </a:lnTo>
                  <a:lnTo>
                    <a:pt x="31713" y="31713"/>
                  </a:lnTo>
                  <a:lnTo>
                    <a:pt x="8508" y="66131"/>
                  </a:lnTo>
                  <a:lnTo>
                    <a:pt x="0" y="108280"/>
                  </a:lnTo>
                  <a:lnTo>
                    <a:pt x="0" y="974509"/>
                  </a:lnTo>
                  <a:lnTo>
                    <a:pt x="8508" y="1016659"/>
                  </a:lnTo>
                  <a:lnTo>
                    <a:pt x="31713" y="1051082"/>
                  </a:lnTo>
                  <a:lnTo>
                    <a:pt x="66131" y="1074291"/>
                  </a:lnTo>
                  <a:lnTo>
                    <a:pt x="108280" y="1082802"/>
                  </a:lnTo>
                  <a:lnTo>
                    <a:pt x="9223171" y="1082802"/>
                  </a:lnTo>
                  <a:lnTo>
                    <a:pt x="9265320" y="1074293"/>
                  </a:lnTo>
                  <a:lnTo>
                    <a:pt x="9299738" y="1051088"/>
                  </a:lnTo>
                  <a:lnTo>
                    <a:pt x="9322943" y="1016670"/>
                  </a:lnTo>
                  <a:lnTo>
                    <a:pt x="9331452" y="974521"/>
                  </a:lnTo>
                  <a:lnTo>
                    <a:pt x="9331464" y="108280"/>
                  </a:lnTo>
                  <a:lnTo>
                    <a:pt x="9322953" y="66131"/>
                  </a:lnTo>
                  <a:lnTo>
                    <a:pt x="9299744" y="31713"/>
                  </a:lnTo>
                  <a:lnTo>
                    <a:pt x="9265322" y="8508"/>
                  </a:lnTo>
                  <a:lnTo>
                    <a:pt x="9223171" y="0"/>
                  </a:lnTo>
                  <a:close/>
                </a:path>
              </a:pathLst>
            </a:custGeom>
            <a:solidFill>
              <a:srgbClr val="626F52"/>
            </a:solidFill>
          </p:spPr>
          <p:txBody>
            <a:bodyPr wrap="square" lIns="0" tIns="0" rIns="0" bIns="0" rtlCol="0"/>
            <a:lstStyle/>
            <a:p>
              <a:endParaRPr/>
            </a:p>
          </p:txBody>
        </p:sp>
        <p:sp>
          <p:nvSpPr>
            <p:cNvPr id="5" name="object 5"/>
            <p:cNvSpPr/>
            <p:nvPr/>
          </p:nvSpPr>
          <p:spPr>
            <a:xfrm>
              <a:off x="1461135" y="2278004"/>
              <a:ext cx="9331960" cy="1083310"/>
            </a:xfrm>
            <a:custGeom>
              <a:avLst/>
              <a:gdLst/>
              <a:ahLst/>
              <a:cxnLst/>
              <a:rect l="l" t="t" r="r" b="b"/>
              <a:pathLst>
                <a:path w="9331960" h="1083310">
                  <a:moveTo>
                    <a:pt x="0" y="108280"/>
                  </a:moveTo>
                  <a:lnTo>
                    <a:pt x="8508" y="66131"/>
                  </a:lnTo>
                  <a:lnTo>
                    <a:pt x="31713" y="31713"/>
                  </a:lnTo>
                  <a:lnTo>
                    <a:pt x="66131" y="8508"/>
                  </a:lnTo>
                  <a:lnTo>
                    <a:pt x="108280" y="0"/>
                  </a:lnTo>
                  <a:lnTo>
                    <a:pt x="9223171" y="0"/>
                  </a:lnTo>
                  <a:lnTo>
                    <a:pt x="9265322" y="8508"/>
                  </a:lnTo>
                  <a:lnTo>
                    <a:pt x="9299744" y="31713"/>
                  </a:lnTo>
                  <a:lnTo>
                    <a:pt x="9322953" y="66131"/>
                  </a:lnTo>
                  <a:lnTo>
                    <a:pt x="9331464" y="108280"/>
                  </a:lnTo>
                  <a:lnTo>
                    <a:pt x="9331452" y="974521"/>
                  </a:lnTo>
                  <a:lnTo>
                    <a:pt x="9322943" y="1016670"/>
                  </a:lnTo>
                  <a:lnTo>
                    <a:pt x="9299738" y="1051088"/>
                  </a:lnTo>
                  <a:lnTo>
                    <a:pt x="9265320" y="1074293"/>
                  </a:lnTo>
                  <a:lnTo>
                    <a:pt x="9223171" y="1082802"/>
                  </a:lnTo>
                  <a:lnTo>
                    <a:pt x="108280" y="1082802"/>
                  </a:lnTo>
                  <a:lnTo>
                    <a:pt x="66131" y="1074291"/>
                  </a:lnTo>
                  <a:lnTo>
                    <a:pt x="31713" y="1051082"/>
                  </a:lnTo>
                  <a:lnTo>
                    <a:pt x="8508" y="1016659"/>
                  </a:lnTo>
                  <a:lnTo>
                    <a:pt x="0" y="974509"/>
                  </a:lnTo>
                  <a:lnTo>
                    <a:pt x="0" y="108280"/>
                  </a:lnTo>
                  <a:close/>
                </a:path>
              </a:pathLst>
            </a:custGeom>
            <a:ln w="15874">
              <a:solidFill>
                <a:srgbClr val="CCDDEA"/>
              </a:solidFill>
            </a:ln>
          </p:spPr>
          <p:txBody>
            <a:bodyPr wrap="square" lIns="0" tIns="0" rIns="0" bIns="0" rtlCol="0"/>
            <a:lstStyle/>
            <a:p>
              <a:endParaRPr/>
            </a:p>
          </p:txBody>
        </p:sp>
      </p:grpSp>
      <p:sp>
        <p:nvSpPr>
          <p:cNvPr id="6" name="object 6"/>
          <p:cNvSpPr txBox="1"/>
          <p:nvPr/>
        </p:nvSpPr>
        <p:spPr>
          <a:xfrm>
            <a:off x="1517430" y="2497293"/>
            <a:ext cx="9217660" cy="609600"/>
          </a:xfrm>
          <a:prstGeom prst="rect">
            <a:avLst/>
          </a:prstGeom>
        </p:spPr>
        <p:txBody>
          <a:bodyPr vert="horz" wrap="square" lIns="0" tIns="42545" rIns="0" bIns="0" rtlCol="0">
            <a:spAutoFit/>
          </a:bodyPr>
          <a:lstStyle/>
          <a:p>
            <a:pPr marL="12700" marR="5080">
              <a:lnSpc>
                <a:spcPts val="2200"/>
              </a:lnSpc>
              <a:spcBef>
                <a:spcPts val="335"/>
              </a:spcBef>
            </a:pPr>
            <a:r>
              <a:rPr sz="2000" spc="130" dirty="0">
                <a:solidFill>
                  <a:srgbClr val="FFFFFF"/>
                </a:solidFill>
                <a:latin typeface="Arial MT"/>
                <a:cs typeface="Arial MT"/>
              </a:rPr>
              <a:t>A</a:t>
            </a:r>
            <a:r>
              <a:rPr sz="2000" spc="65" dirty="0">
                <a:solidFill>
                  <a:srgbClr val="FFFFFF"/>
                </a:solidFill>
                <a:latin typeface="Arial MT"/>
                <a:cs typeface="Arial MT"/>
              </a:rPr>
              <a:t> </a:t>
            </a:r>
            <a:r>
              <a:rPr sz="2000" spc="125" dirty="0">
                <a:solidFill>
                  <a:srgbClr val="FFFFFF"/>
                </a:solidFill>
                <a:latin typeface="Arial MT"/>
                <a:cs typeface="Arial MT"/>
              </a:rPr>
              <a:t>programming</a:t>
            </a:r>
            <a:r>
              <a:rPr sz="2000" spc="70" dirty="0">
                <a:solidFill>
                  <a:srgbClr val="FFFFFF"/>
                </a:solidFill>
                <a:latin typeface="Arial MT"/>
                <a:cs typeface="Arial MT"/>
              </a:rPr>
              <a:t> </a:t>
            </a:r>
            <a:r>
              <a:rPr sz="2000" spc="100" dirty="0">
                <a:solidFill>
                  <a:srgbClr val="FFFFFF"/>
                </a:solidFill>
                <a:latin typeface="Arial MT"/>
                <a:cs typeface="Arial MT"/>
              </a:rPr>
              <a:t>construct</a:t>
            </a:r>
            <a:r>
              <a:rPr sz="2000" spc="70" dirty="0">
                <a:solidFill>
                  <a:srgbClr val="FFFFFF"/>
                </a:solidFill>
                <a:latin typeface="Arial MT"/>
                <a:cs typeface="Arial MT"/>
              </a:rPr>
              <a:t> </a:t>
            </a:r>
            <a:r>
              <a:rPr sz="2000" spc="145" dirty="0">
                <a:solidFill>
                  <a:srgbClr val="FFFFFF"/>
                </a:solidFill>
                <a:latin typeface="Arial MT"/>
                <a:cs typeface="Arial MT"/>
              </a:rPr>
              <a:t>that</a:t>
            </a:r>
            <a:r>
              <a:rPr sz="2000" spc="70" dirty="0">
                <a:solidFill>
                  <a:srgbClr val="FFFFFF"/>
                </a:solidFill>
                <a:latin typeface="Arial MT"/>
                <a:cs typeface="Arial MT"/>
              </a:rPr>
              <a:t> </a:t>
            </a:r>
            <a:r>
              <a:rPr sz="2000" spc="90" dirty="0">
                <a:solidFill>
                  <a:srgbClr val="FFFFFF"/>
                </a:solidFill>
                <a:latin typeface="Arial MT"/>
                <a:cs typeface="Arial MT"/>
              </a:rPr>
              <a:t>enables</a:t>
            </a:r>
            <a:r>
              <a:rPr sz="2000" spc="70" dirty="0">
                <a:solidFill>
                  <a:srgbClr val="FFFFFF"/>
                </a:solidFill>
                <a:latin typeface="Arial MT"/>
                <a:cs typeface="Arial MT"/>
              </a:rPr>
              <a:t> </a:t>
            </a:r>
            <a:r>
              <a:rPr sz="2000" spc="100" dirty="0">
                <a:solidFill>
                  <a:srgbClr val="FFFFFF"/>
                </a:solidFill>
                <a:latin typeface="Arial MT"/>
                <a:cs typeface="Arial MT"/>
              </a:rPr>
              <a:t>efficient</a:t>
            </a:r>
            <a:r>
              <a:rPr sz="2000" spc="70" dirty="0">
                <a:solidFill>
                  <a:srgbClr val="FFFFFF"/>
                </a:solidFill>
                <a:latin typeface="Arial MT"/>
                <a:cs typeface="Arial MT"/>
              </a:rPr>
              <a:t> </a:t>
            </a:r>
            <a:r>
              <a:rPr sz="2000" spc="200" dirty="0">
                <a:solidFill>
                  <a:srgbClr val="FFFFFF"/>
                </a:solidFill>
                <a:latin typeface="Arial MT"/>
                <a:cs typeface="Arial MT"/>
              </a:rPr>
              <a:t>and</a:t>
            </a:r>
            <a:r>
              <a:rPr sz="2000" spc="65" dirty="0">
                <a:solidFill>
                  <a:srgbClr val="FFFFFF"/>
                </a:solidFill>
                <a:latin typeface="Arial MT"/>
                <a:cs typeface="Arial MT"/>
              </a:rPr>
              <a:t> safe</a:t>
            </a:r>
            <a:r>
              <a:rPr sz="2000" spc="70" dirty="0">
                <a:solidFill>
                  <a:srgbClr val="FFFFFF"/>
                </a:solidFill>
                <a:latin typeface="Arial MT"/>
                <a:cs typeface="Arial MT"/>
              </a:rPr>
              <a:t> </a:t>
            </a:r>
            <a:r>
              <a:rPr sz="2000" spc="175" dirty="0">
                <a:solidFill>
                  <a:srgbClr val="FFFFFF"/>
                </a:solidFill>
                <a:latin typeface="Arial MT"/>
                <a:cs typeface="Arial MT"/>
              </a:rPr>
              <a:t>management</a:t>
            </a:r>
            <a:r>
              <a:rPr sz="2000" spc="65" dirty="0">
                <a:solidFill>
                  <a:srgbClr val="FFFFFF"/>
                </a:solidFill>
                <a:latin typeface="Arial MT"/>
                <a:cs typeface="Arial MT"/>
              </a:rPr>
              <a:t> </a:t>
            </a:r>
            <a:r>
              <a:rPr sz="2000" spc="105" dirty="0">
                <a:solidFill>
                  <a:srgbClr val="FFFFFF"/>
                </a:solidFill>
                <a:latin typeface="Arial MT"/>
                <a:cs typeface="Arial MT"/>
              </a:rPr>
              <a:t>of </a:t>
            </a:r>
            <a:r>
              <a:rPr sz="2000" spc="-10" dirty="0">
                <a:solidFill>
                  <a:srgbClr val="FFFFFF"/>
                </a:solidFill>
                <a:latin typeface="Arial MT"/>
                <a:cs typeface="Arial MT"/>
              </a:rPr>
              <a:t>resources.</a:t>
            </a:r>
            <a:endParaRPr sz="2000">
              <a:latin typeface="Arial MT"/>
              <a:cs typeface="Arial MT"/>
            </a:endParaRPr>
          </a:p>
        </p:txBody>
      </p:sp>
      <p:grpSp>
        <p:nvGrpSpPr>
          <p:cNvPr id="7" name="object 7"/>
          <p:cNvGrpSpPr/>
          <p:nvPr/>
        </p:nvGrpSpPr>
        <p:grpSpPr>
          <a:xfrm>
            <a:off x="2385885" y="3352863"/>
            <a:ext cx="8415020" cy="2723515"/>
            <a:chOff x="2385885" y="3352863"/>
            <a:chExt cx="8415020" cy="2723515"/>
          </a:xfrm>
        </p:grpSpPr>
        <p:sp>
          <p:nvSpPr>
            <p:cNvPr id="8" name="object 8"/>
            <p:cNvSpPr/>
            <p:nvPr/>
          </p:nvSpPr>
          <p:spPr>
            <a:xfrm>
              <a:off x="2393823" y="3360801"/>
              <a:ext cx="933450" cy="812800"/>
            </a:xfrm>
            <a:custGeom>
              <a:avLst/>
              <a:gdLst/>
              <a:ahLst/>
              <a:cxnLst/>
              <a:rect l="l" t="t" r="r" b="b"/>
              <a:pathLst>
                <a:path w="933450" h="812800">
                  <a:moveTo>
                    <a:pt x="0" y="0"/>
                  </a:moveTo>
                  <a:lnTo>
                    <a:pt x="0" y="812215"/>
                  </a:lnTo>
                  <a:lnTo>
                    <a:pt x="933183" y="812215"/>
                  </a:lnTo>
                </a:path>
              </a:pathLst>
            </a:custGeom>
            <a:ln w="15875">
              <a:solidFill>
                <a:srgbClr val="4D5740"/>
              </a:solidFill>
            </a:ln>
          </p:spPr>
          <p:txBody>
            <a:bodyPr wrap="square" lIns="0" tIns="0" rIns="0" bIns="0" rtlCol="0"/>
            <a:lstStyle/>
            <a:p>
              <a:endParaRPr/>
            </a:p>
          </p:txBody>
        </p:sp>
        <p:sp>
          <p:nvSpPr>
            <p:cNvPr id="9" name="object 9"/>
            <p:cNvSpPr/>
            <p:nvPr/>
          </p:nvSpPr>
          <p:spPr>
            <a:xfrm>
              <a:off x="3327273" y="3632074"/>
              <a:ext cx="7465695" cy="1083310"/>
            </a:xfrm>
            <a:custGeom>
              <a:avLst/>
              <a:gdLst/>
              <a:ahLst/>
              <a:cxnLst/>
              <a:rect l="l" t="t" r="r" b="b"/>
              <a:pathLst>
                <a:path w="7465695" h="1083310">
                  <a:moveTo>
                    <a:pt x="7357033" y="0"/>
                  </a:moveTo>
                  <a:lnTo>
                    <a:pt x="108280" y="0"/>
                  </a:lnTo>
                  <a:lnTo>
                    <a:pt x="66131" y="8508"/>
                  </a:lnTo>
                  <a:lnTo>
                    <a:pt x="31713" y="31713"/>
                  </a:lnTo>
                  <a:lnTo>
                    <a:pt x="8508" y="66131"/>
                  </a:lnTo>
                  <a:lnTo>
                    <a:pt x="0" y="108280"/>
                  </a:lnTo>
                  <a:lnTo>
                    <a:pt x="0" y="974521"/>
                  </a:lnTo>
                  <a:lnTo>
                    <a:pt x="8508" y="1016670"/>
                  </a:lnTo>
                  <a:lnTo>
                    <a:pt x="31713" y="1051088"/>
                  </a:lnTo>
                  <a:lnTo>
                    <a:pt x="66131" y="1074293"/>
                  </a:lnTo>
                  <a:lnTo>
                    <a:pt x="108280" y="1082802"/>
                  </a:lnTo>
                  <a:lnTo>
                    <a:pt x="7357033" y="1082802"/>
                  </a:lnTo>
                  <a:lnTo>
                    <a:pt x="7399182" y="1074293"/>
                  </a:lnTo>
                  <a:lnTo>
                    <a:pt x="7433600" y="1051088"/>
                  </a:lnTo>
                  <a:lnTo>
                    <a:pt x="7456805" y="1016670"/>
                  </a:lnTo>
                  <a:lnTo>
                    <a:pt x="7465314" y="974521"/>
                  </a:lnTo>
                  <a:lnTo>
                    <a:pt x="7465314" y="108280"/>
                  </a:lnTo>
                  <a:lnTo>
                    <a:pt x="7456805" y="66131"/>
                  </a:lnTo>
                  <a:lnTo>
                    <a:pt x="7433600" y="31713"/>
                  </a:lnTo>
                  <a:lnTo>
                    <a:pt x="7399182" y="8508"/>
                  </a:lnTo>
                  <a:lnTo>
                    <a:pt x="7357033" y="0"/>
                  </a:lnTo>
                  <a:close/>
                </a:path>
              </a:pathLst>
            </a:custGeom>
            <a:solidFill>
              <a:srgbClr val="CCDDEA">
                <a:alpha val="90194"/>
              </a:srgbClr>
            </a:solidFill>
          </p:spPr>
          <p:txBody>
            <a:bodyPr wrap="square" lIns="0" tIns="0" rIns="0" bIns="0" rtlCol="0"/>
            <a:lstStyle/>
            <a:p>
              <a:endParaRPr/>
            </a:p>
          </p:txBody>
        </p:sp>
        <p:sp>
          <p:nvSpPr>
            <p:cNvPr id="10" name="object 10"/>
            <p:cNvSpPr/>
            <p:nvPr/>
          </p:nvSpPr>
          <p:spPr>
            <a:xfrm>
              <a:off x="3327273" y="3632074"/>
              <a:ext cx="7465695" cy="1083310"/>
            </a:xfrm>
            <a:custGeom>
              <a:avLst/>
              <a:gdLst/>
              <a:ahLst/>
              <a:cxnLst/>
              <a:rect l="l" t="t" r="r" b="b"/>
              <a:pathLst>
                <a:path w="7465695" h="1083310">
                  <a:moveTo>
                    <a:pt x="0" y="108280"/>
                  </a:moveTo>
                  <a:lnTo>
                    <a:pt x="8508" y="66131"/>
                  </a:lnTo>
                  <a:lnTo>
                    <a:pt x="31713" y="31713"/>
                  </a:lnTo>
                  <a:lnTo>
                    <a:pt x="66131" y="8508"/>
                  </a:lnTo>
                  <a:lnTo>
                    <a:pt x="108280" y="0"/>
                  </a:lnTo>
                  <a:lnTo>
                    <a:pt x="7357033" y="0"/>
                  </a:lnTo>
                  <a:lnTo>
                    <a:pt x="7399182" y="8508"/>
                  </a:lnTo>
                  <a:lnTo>
                    <a:pt x="7433600" y="31713"/>
                  </a:lnTo>
                  <a:lnTo>
                    <a:pt x="7456805" y="66131"/>
                  </a:lnTo>
                  <a:lnTo>
                    <a:pt x="7465314" y="108280"/>
                  </a:lnTo>
                  <a:lnTo>
                    <a:pt x="7465314" y="974521"/>
                  </a:lnTo>
                  <a:lnTo>
                    <a:pt x="7456805" y="1016670"/>
                  </a:lnTo>
                  <a:lnTo>
                    <a:pt x="7433600" y="1051088"/>
                  </a:lnTo>
                  <a:lnTo>
                    <a:pt x="7399182" y="1074293"/>
                  </a:lnTo>
                  <a:lnTo>
                    <a:pt x="7357033" y="1082802"/>
                  </a:lnTo>
                  <a:lnTo>
                    <a:pt x="108280" y="1082802"/>
                  </a:lnTo>
                  <a:lnTo>
                    <a:pt x="66131" y="1074293"/>
                  </a:lnTo>
                  <a:lnTo>
                    <a:pt x="31713" y="1051088"/>
                  </a:lnTo>
                  <a:lnTo>
                    <a:pt x="8508" y="1016670"/>
                  </a:lnTo>
                  <a:lnTo>
                    <a:pt x="0" y="974521"/>
                  </a:lnTo>
                  <a:lnTo>
                    <a:pt x="0" y="108280"/>
                  </a:lnTo>
                  <a:close/>
                </a:path>
              </a:pathLst>
            </a:custGeom>
            <a:ln w="15874">
              <a:solidFill>
                <a:srgbClr val="626F52"/>
              </a:solidFill>
            </a:ln>
          </p:spPr>
          <p:txBody>
            <a:bodyPr wrap="square" lIns="0" tIns="0" rIns="0" bIns="0" rtlCol="0"/>
            <a:lstStyle/>
            <a:p>
              <a:endParaRPr/>
            </a:p>
          </p:txBody>
        </p:sp>
        <p:sp>
          <p:nvSpPr>
            <p:cNvPr id="11" name="object 11"/>
            <p:cNvSpPr/>
            <p:nvPr/>
          </p:nvSpPr>
          <p:spPr>
            <a:xfrm>
              <a:off x="2393823" y="3360801"/>
              <a:ext cx="933450" cy="2165985"/>
            </a:xfrm>
            <a:custGeom>
              <a:avLst/>
              <a:gdLst/>
              <a:ahLst/>
              <a:cxnLst/>
              <a:rect l="l" t="t" r="r" b="b"/>
              <a:pathLst>
                <a:path w="933450" h="2165985">
                  <a:moveTo>
                    <a:pt x="0" y="0"/>
                  </a:moveTo>
                  <a:lnTo>
                    <a:pt x="0" y="2165896"/>
                  </a:lnTo>
                  <a:lnTo>
                    <a:pt x="933183" y="2165896"/>
                  </a:lnTo>
                </a:path>
              </a:pathLst>
            </a:custGeom>
            <a:ln w="15875">
              <a:solidFill>
                <a:srgbClr val="4D5740"/>
              </a:solidFill>
            </a:ln>
          </p:spPr>
          <p:txBody>
            <a:bodyPr wrap="square" lIns="0" tIns="0" rIns="0" bIns="0" rtlCol="0"/>
            <a:lstStyle/>
            <a:p>
              <a:endParaRPr/>
            </a:p>
          </p:txBody>
        </p:sp>
        <p:sp>
          <p:nvSpPr>
            <p:cNvPr id="12" name="object 12"/>
            <p:cNvSpPr/>
            <p:nvPr/>
          </p:nvSpPr>
          <p:spPr>
            <a:xfrm>
              <a:off x="3327273" y="4985386"/>
              <a:ext cx="7465695" cy="1083310"/>
            </a:xfrm>
            <a:custGeom>
              <a:avLst/>
              <a:gdLst/>
              <a:ahLst/>
              <a:cxnLst/>
              <a:rect l="l" t="t" r="r" b="b"/>
              <a:pathLst>
                <a:path w="7465695" h="1083310">
                  <a:moveTo>
                    <a:pt x="7357033" y="0"/>
                  </a:moveTo>
                  <a:lnTo>
                    <a:pt x="108280" y="0"/>
                  </a:lnTo>
                  <a:lnTo>
                    <a:pt x="66131" y="8508"/>
                  </a:lnTo>
                  <a:lnTo>
                    <a:pt x="31713" y="31713"/>
                  </a:lnTo>
                  <a:lnTo>
                    <a:pt x="8508" y="66131"/>
                  </a:lnTo>
                  <a:lnTo>
                    <a:pt x="0" y="108280"/>
                  </a:lnTo>
                  <a:lnTo>
                    <a:pt x="0" y="974521"/>
                  </a:lnTo>
                  <a:lnTo>
                    <a:pt x="8508" y="1016670"/>
                  </a:lnTo>
                  <a:lnTo>
                    <a:pt x="31713" y="1051088"/>
                  </a:lnTo>
                  <a:lnTo>
                    <a:pt x="66131" y="1074293"/>
                  </a:lnTo>
                  <a:lnTo>
                    <a:pt x="108280" y="1082802"/>
                  </a:lnTo>
                  <a:lnTo>
                    <a:pt x="7357033" y="1082802"/>
                  </a:lnTo>
                  <a:lnTo>
                    <a:pt x="7399182" y="1074293"/>
                  </a:lnTo>
                  <a:lnTo>
                    <a:pt x="7433600" y="1051088"/>
                  </a:lnTo>
                  <a:lnTo>
                    <a:pt x="7456805" y="1016670"/>
                  </a:lnTo>
                  <a:lnTo>
                    <a:pt x="7465314" y="974521"/>
                  </a:lnTo>
                  <a:lnTo>
                    <a:pt x="7465314" y="108280"/>
                  </a:lnTo>
                  <a:lnTo>
                    <a:pt x="7456805" y="66131"/>
                  </a:lnTo>
                  <a:lnTo>
                    <a:pt x="7433600" y="31713"/>
                  </a:lnTo>
                  <a:lnTo>
                    <a:pt x="7399182" y="8508"/>
                  </a:lnTo>
                  <a:lnTo>
                    <a:pt x="7357033" y="0"/>
                  </a:lnTo>
                  <a:close/>
                </a:path>
              </a:pathLst>
            </a:custGeom>
            <a:solidFill>
              <a:srgbClr val="CCDDEA">
                <a:alpha val="90194"/>
              </a:srgbClr>
            </a:solidFill>
          </p:spPr>
          <p:txBody>
            <a:bodyPr wrap="square" lIns="0" tIns="0" rIns="0" bIns="0" rtlCol="0"/>
            <a:lstStyle/>
            <a:p>
              <a:endParaRPr/>
            </a:p>
          </p:txBody>
        </p:sp>
        <p:sp>
          <p:nvSpPr>
            <p:cNvPr id="13" name="object 13"/>
            <p:cNvSpPr/>
            <p:nvPr/>
          </p:nvSpPr>
          <p:spPr>
            <a:xfrm>
              <a:off x="3327273" y="4985386"/>
              <a:ext cx="7465695" cy="1083310"/>
            </a:xfrm>
            <a:custGeom>
              <a:avLst/>
              <a:gdLst/>
              <a:ahLst/>
              <a:cxnLst/>
              <a:rect l="l" t="t" r="r" b="b"/>
              <a:pathLst>
                <a:path w="7465695" h="1083310">
                  <a:moveTo>
                    <a:pt x="0" y="108280"/>
                  </a:moveTo>
                  <a:lnTo>
                    <a:pt x="8508" y="66131"/>
                  </a:lnTo>
                  <a:lnTo>
                    <a:pt x="31713" y="31713"/>
                  </a:lnTo>
                  <a:lnTo>
                    <a:pt x="66131" y="8508"/>
                  </a:lnTo>
                  <a:lnTo>
                    <a:pt x="108280" y="0"/>
                  </a:lnTo>
                  <a:lnTo>
                    <a:pt x="7357033" y="0"/>
                  </a:lnTo>
                  <a:lnTo>
                    <a:pt x="7399182" y="8508"/>
                  </a:lnTo>
                  <a:lnTo>
                    <a:pt x="7433600" y="31713"/>
                  </a:lnTo>
                  <a:lnTo>
                    <a:pt x="7456805" y="66131"/>
                  </a:lnTo>
                  <a:lnTo>
                    <a:pt x="7465314" y="108280"/>
                  </a:lnTo>
                  <a:lnTo>
                    <a:pt x="7465314" y="974521"/>
                  </a:lnTo>
                  <a:lnTo>
                    <a:pt x="7456805" y="1016670"/>
                  </a:lnTo>
                  <a:lnTo>
                    <a:pt x="7433600" y="1051088"/>
                  </a:lnTo>
                  <a:lnTo>
                    <a:pt x="7399182" y="1074293"/>
                  </a:lnTo>
                  <a:lnTo>
                    <a:pt x="7357033" y="1082802"/>
                  </a:lnTo>
                  <a:lnTo>
                    <a:pt x="108280" y="1082802"/>
                  </a:lnTo>
                  <a:lnTo>
                    <a:pt x="66131" y="1074293"/>
                  </a:lnTo>
                  <a:lnTo>
                    <a:pt x="31713" y="1051088"/>
                  </a:lnTo>
                  <a:lnTo>
                    <a:pt x="8508" y="1016670"/>
                  </a:lnTo>
                  <a:lnTo>
                    <a:pt x="0" y="974521"/>
                  </a:lnTo>
                  <a:lnTo>
                    <a:pt x="0" y="108280"/>
                  </a:lnTo>
                  <a:close/>
                </a:path>
              </a:pathLst>
            </a:custGeom>
            <a:ln w="15874">
              <a:solidFill>
                <a:srgbClr val="626F52"/>
              </a:solidFill>
            </a:ln>
          </p:spPr>
          <p:txBody>
            <a:bodyPr wrap="square" lIns="0" tIns="0" rIns="0" bIns="0" rtlCol="0"/>
            <a:lstStyle/>
            <a:p>
              <a:endParaRPr/>
            </a:p>
          </p:txBody>
        </p:sp>
      </p:grpSp>
      <p:sp>
        <p:nvSpPr>
          <p:cNvPr id="14" name="object 14"/>
          <p:cNvSpPr txBox="1"/>
          <p:nvPr/>
        </p:nvSpPr>
        <p:spPr>
          <a:xfrm>
            <a:off x="3384049" y="3980422"/>
            <a:ext cx="6581140" cy="2040889"/>
          </a:xfrm>
          <a:prstGeom prst="rect">
            <a:avLst/>
          </a:prstGeom>
        </p:spPr>
        <p:txBody>
          <a:bodyPr vert="horz" wrap="square" lIns="0" tIns="12065" rIns="0" bIns="0" rtlCol="0">
            <a:spAutoFit/>
          </a:bodyPr>
          <a:lstStyle/>
          <a:p>
            <a:pPr marL="12700">
              <a:lnSpc>
                <a:spcPct val="100000"/>
              </a:lnSpc>
              <a:spcBef>
                <a:spcPts val="95"/>
              </a:spcBef>
            </a:pPr>
            <a:r>
              <a:rPr sz="2000" dirty="0">
                <a:latin typeface="Arial MT"/>
                <a:cs typeface="Arial MT"/>
              </a:rPr>
              <a:t>Used</a:t>
            </a:r>
            <a:r>
              <a:rPr sz="2000" spc="35" dirty="0">
                <a:latin typeface="Arial MT"/>
                <a:cs typeface="Arial MT"/>
              </a:rPr>
              <a:t> </a:t>
            </a:r>
            <a:r>
              <a:rPr sz="2000" dirty="0">
                <a:latin typeface="Arial MT"/>
                <a:cs typeface="Arial MT"/>
              </a:rPr>
              <a:t>in</a:t>
            </a:r>
            <a:r>
              <a:rPr sz="2000" spc="30" dirty="0">
                <a:latin typeface="Arial MT"/>
                <a:cs typeface="Arial MT"/>
              </a:rPr>
              <a:t> </a:t>
            </a:r>
            <a:r>
              <a:rPr sz="2000" spc="120" dirty="0">
                <a:latin typeface="Arial MT"/>
                <a:cs typeface="Arial MT"/>
              </a:rPr>
              <a:t>conjunction</a:t>
            </a:r>
            <a:r>
              <a:rPr sz="2000" spc="45" dirty="0">
                <a:latin typeface="Arial MT"/>
                <a:cs typeface="Arial MT"/>
              </a:rPr>
              <a:t> </a:t>
            </a:r>
            <a:r>
              <a:rPr sz="2000" spc="90" dirty="0">
                <a:latin typeface="Arial MT"/>
                <a:cs typeface="Arial MT"/>
              </a:rPr>
              <a:t>with</a:t>
            </a:r>
            <a:r>
              <a:rPr sz="2000" spc="30" dirty="0">
                <a:latin typeface="Arial MT"/>
                <a:cs typeface="Arial MT"/>
              </a:rPr>
              <a:t> </a:t>
            </a:r>
            <a:r>
              <a:rPr sz="2000" spc="130" dirty="0">
                <a:latin typeface="Arial MT"/>
                <a:cs typeface="Arial MT"/>
              </a:rPr>
              <a:t>the</a:t>
            </a:r>
            <a:r>
              <a:rPr sz="2000" spc="25" dirty="0">
                <a:latin typeface="Arial MT"/>
                <a:cs typeface="Arial MT"/>
              </a:rPr>
              <a:t> </a:t>
            </a:r>
            <a:r>
              <a:rPr sz="2000" spc="-20" dirty="0">
                <a:latin typeface="Courier New"/>
                <a:cs typeface="Courier New"/>
              </a:rPr>
              <a:t>with</a:t>
            </a:r>
            <a:r>
              <a:rPr sz="2000" spc="-610" dirty="0">
                <a:latin typeface="Courier New"/>
                <a:cs typeface="Courier New"/>
              </a:rPr>
              <a:t> </a:t>
            </a:r>
            <a:r>
              <a:rPr sz="2000" spc="90" dirty="0">
                <a:latin typeface="Arial MT"/>
                <a:cs typeface="Arial MT"/>
              </a:rPr>
              <a:t>statement.</a:t>
            </a:r>
            <a:endParaRPr sz="2000">
              <a:latin typeface="Arial MT"/>
              <a:cs typeface="Arial MT"/>
            </a:endParaRPr>
          </a:p>
          <a:p>
            <a:pPr>
              <a:lnSpc>
                <a:spcPct val="100000"/>
              </a:lnSpc>
            </a:pPr>
            <a:endParaRPr sz="2000">
              <a:latin typeface="Arial MT"/>
              <a:cs typeface="Arial MT"/>
            </a:endParaRPr>
          </a:p>
          <a:p>
            <a:pPr>
              <a:lnSpc>
                <a:spcPct val="100000"/>
              </a:lnSpc>
              <a:spcBef>
                <a:spcPts val="850"/>
              </a:spcBef>
            </a:pPr>
            <a:endParaRPr sz="2000">
              <a:latin typeface="Arial MT"/>
              <a:cs typeface="Arial MT"/>
            </a:endParaRPr>
          </a:p>
          <a:p>
            <a:pPr marL="12700">
              <a:lnSpc>
                <a:spcPct val="100000"/>
              </a:lnSpc>
            </a:pPr>
            <a:r>
              <a:rPr sz="2000" spc="105" dirty="0">
                <a:latin typeface="Arial MT"/>
                <a:cs typeface="Arial MT"/>
              </a:rPr>
              <a:t>General</a:t>
            </a:r>
            <a:r>
              <a:rPr sz="2000" spc="15" dirty="0">
                <a:latin typeface="Arial MT"/>
                <a:cs typeface="Arial MT"/>
              </a:rPr>
              <a:t> </a:t>
            </a:r>
            <a:r>
              <a:rPr sz="2000" spc="-10" dirty="0">
                <a:latin typeface="Arial MT"/>
                <a:cs typeface="Arial MT"/>
              </a:rPr>
              <a:t>Syntax:</a:t>
            </a:r>
            <a:endParaRPr sz="2000">
              <a:latin typeface="Arial MT"/>
              <a:cs typeface="Arial MT"/>
            </a:endParaRPr>
          </a:p>
          <a:p>
            <a:pPr marL="164465" marR="5080" indent="-152400">
              <a:lnSpc>
                <a:spcPts val="2830"/>
              </a:lnSpc>
              <a:spcBef>
                <a:spcPts val="60"/>
              </a:spcBef>
            </a:pPr>
            <a:r>
              <a:rPr sz="2000" dirty="0">
                <a:latin typeface="Courier New"/>
                <a:cs typeface="Courier New"/>
              </a:rPr>
              <a:t>With</a:t>
            </a:r>
            <a:r>
              <a:rPr sz="2000" spc="-105" dirty="0">
                <a:latin typeface="Courier New"/>
                <a:cs typeface="Courier New"/>
              </a:rPr>
              <a:t> </a:t>
            </a:r>
            <a:r>
              <a:rPr sz="2000" dirty="0">
                <a:latin typeface="Courier New"/>
                <a:cs typeface="Courier New"/>
              </a:rPr>
              <a:t>context_expression</a:t>
            </a:r>
            <a:r>
              <a:rPr sz="2000" spc="-110" dirty="0">
                <a:latin typeface="Courier New"/>
                <a:cs typeface="Courier New"/>
              </a:rPr>
              <a:t> </a:t>
            </a:r>
            <a:r>
              <a:rPr sz="2000" dirty="0">
                <a:latin typeface="Courier New"/>
                <a:cs typeface="Courier New"/>
              </a:rPr>
              <a:t>as</a:t>
            </a:r>
            <a:r>
              <a:rPr sz="2000" spc="-95" dirty="0">
                <a:latin typeface="Courier New"/>
                <a:cs typeface="Courier New"/>
              </a:rPr>
              <a:t> </a:t>
            </a:r>
            <a:r>
              <a:rPr sz="2000" spc="-10" dirty="0">
                <a:latin typeface="Courier New"/>
                <a:cs typeface="Courier New"/>
              </a:rPr>
              <a:t>target_variable: </a:t>
            </a:r>
            <a:r>
              <a:rPr sz="2000" dirty="0">
                <a:latin typeface="Courier New"/>
                <a:cs typeface="Courier New"/>
              </a:rPr>
              <a:t>#</a:t>
            </a:r>
            <a:r>
              <a:rPr sz="2000" spc="-30" dirty="0">
                <a:latin typeface="Courier New"/>
                <a:cs typeface="Courier New"/>
              </a:rPr>
              <a:t> </a:t>
            </a:r>
            <a:r>
              <a:rPr sz="2000" dirty="0">
                <a:latin typeface="Courier New"/>
                <a:cs typeface="Courier New"/>
              </a:rPr>
              <a:t>Code</a:t>
            </a:r>
            <a:r>
              <a:rPr sz="2000" spc="-30" dirty="0">
                <a:latin typeface="Courier New"/>
                <a:cs typeface="Courier New"/>
              </a:rPr>
              <a:t> </a:t>
            </a:r>
            <a:r>
              <a:rPr sz="2000" spc="-10" dirty="0">
                <a:latin typeface="Courier New"/>
                <a:cs typeface="Courier New"/>
              </a:rPr>
              <a:t>block</a:t>
            </a:r>
            <a:endParaRPr sz="2000">
              <a:latin typeface="Courier New"/>
              <a:cs typeface="Courier New"/>
            </a:endParaRPr>
          </a:p>
        </p:txBody>
      </p:sp>
      <p:sp>
        <p:nvSpPr>
          <p:cNvPr id="15" name="object 15"/>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5</a:t>
            </a:fld>
            <a:endParaRPr spc="-50" dirty="0"/>
          </a:p>
        </p:txBody>
      </p:sp>
      <p:sp>
        <p:nvSpPr>
          <p:cNvPr id="16" name="object 16"/>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7" name="object 17"/>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[2-</a:t>
            </a:r>
            <a:r>
              <a:rPr spc="-25" dirty="0"/>
              <a:t>2]</a:t>
            </a:r>
          </a:p>
        </p:txBody>
      </p:sp>
      <p:sp>
        <p:nvSpPr>
          <p:cNvPr id="3" name="object 3"/>
          <p:cNvSpPr/>
          <p:nvPr/>
        </p:nvSpPr>
        <p:spPr>
          <a:xfrm>
            <a:off x="1461135" y="2278004"/>
            <a:ext cx="9331960" cy="1083310"/>
          </a:xfrm>
          <a:custGeom>
            <a:avLst/>
            <a:gdLst/>
            <a:ahLst/>
            <a:cxnLst/>
            <a:rect l="l" t="t" r="r" b="b"/>
            <a:pathLst>
              <a:path w="9331960" h="1083310">
                <a:moveTo>
                  <a:pt x="9223171" y="0"/>
                </a:moveTo>
                <a:lnTo>
                  <a:pt x="108280" y="0"/>
                </a:lnTo>
                <a:lnTo>
                  <a:pt x="66131" y="8508"/>
                </a:lnTo>
                <a:lnTo>
                  <a:pt x="31713" y="31713"/>
                </a:lnTo>
                <a:lnTo>
                  <a:pt x="8508" y="66131"/>
                </a:lnTo>
                <a:lnTo>
                  <a:pt x="0" y="108280"/>
                </a:lnTo>
                <a:lnTo>
                  <a:pt x="0" y="974509"/>
                </a:lnTo>
                <a:lnTo>
                  <a:pt x="8508" y="1016659"/>
                </a:lnTo>
                <a:lnTo>
                  <a:pt x="31713" y="1051082"/>
                </a:lnTo>
                <a:lnTo>
                  <a:pt x="66131" y="1074291"/>
                </a:lnTo>
                <a:lnTo>
                  <a:pt x="108280" y="1082802"/>
                </a:lnTo>
                <a:lnTo>
                  <a:pt x="9223171" y="1082802"/>
                </a:lnTo>
                <a:lnTo>
                  <a:pt x="9265320" y="1074293"/>
                </a:lnTo>
                <a:lnTo>
                  <a:pt x="9299738" y="1051088"/>
                </a:lnTo>
                <a:lnTo>
                  <a:pt x="9322943" y="1016670"/>
                </a:lnTo>
                <a:lnTo>
                  <a:pt x="9331452" y="974521"/>
                </a:lnTo>
                <a:lnTo>
                  <a:pt x="9331464" y="108280"/>
                </a:lnTo>
                <a:lnTo>
                  <a:pt x="9322953" y="66131"/>
                </a:lnTo>
                <a:lnTo>
                  <a:pt x="9299744" y="31713"/>
                </a:lnTo>
                <a:lnTo>
                  <a:pt x="9265322" y="8508"/>
                </a:lnTo>
                <a:lnTo>
                  <a:pt x="9223171" y="0"/>
                </a:lnTo>
                <a:close/>
              </a:path>
            </a:pathLst>
          </a:custGeom>
          <a:solidFill>
            <a:srgbClr val="8E885C"/>
          </a:solidFill>
        </p:spPr>
        <p:txBody>
          <a:bodyPr wrap="square" lIns="0" tIns="0" rIns="0" bIns="0" rtlCol="0"/>
          <a:lstStyle/>
          <a:p>
            <a:endParaRPr/>
          </a:p>
        </p:txBody>
      </p:sp>
      <p:sp>
        <p:nvSpPr>
          <p:cNvPr id="4" name="object 4"/>
          <p:cNvSpPr txBox="1"/>
          <p:nvPr/>
        </p:nvSpPr>
        <p:spPr>
          <a:xfrm>
            <a:off x="1517684" y="2637469"/>
            <a:ext cx="8265159" cy="330200"/>
          </a:xfrm>
          <a:prstGeom prst="rect">
            <a:avLst/>
          </a:prstGeom>
        </p:spPr>
        <p:txBody>
          <a:bodyPr vert="horz" wrap="square" lIns="0" tIns="12065" rIns="0" bIns="0" rtlCol="0">
            <a:spAutoFit/>
          </a:bodyPr>
          <a:lstStyle/>
          <a:p>
            <a:pPr marL="12700">
              <a:lnSpc>
                <a:spcPct val="100000"/>
              </a:lnSpc>
              <a:spcBef>
                <a:spcPts val="95"/>
              </a:spcBef>
            </a:pPr>
            <a:r>
              <a:rPr sz="2000" spc="110" dirty="0">
                <a:solidFill>
                  <a:srgbClr val="FFFFFF"/>
                </a:solidFill>
                <a:latin typeface="Arial MT"/>
                <a:cs typeface="Arial MT"/>
              </a:rPr>
              <a:t>Creating</a:t>
            </a:r>
            <a:r>
              <a:rPr sz="2000" spc="35" dirty="0">
                <a:solidFill>
                  <a:srgbClr val="FFFFFF"/>
                </a:solidFill>
                <a:latin typeface="Arial MT"/>
                <a:cs typeface="Arial MT"/>
              </a:rPr>
              <a:t> </a:t>
            </a:r>
            <a:r>
              <a:rPr sz="2000" spc="105" dirty="0">
                <a:solidFill>
                  <a:srgbClr val="FFFFFF"/>
                </a:solidFill>
                <a:latin typeface="Arial MT"/>
                <a:cs typeface="Arial MT"/>
              </a:rPr>
              <a:t>custom</a:t>
            </a:r>
            <a:r>
              <a:rPr sz="2000" spc="40" dirty="0">
                <a:solidFill>
                  <a:srgbClr val="FFFFFF"/>
                </a:solidFill>
                <a:latin typeface="Arial MT"/>
                <a:cs typeface="Arial MT"/>
              </a:rPr>
              <a:t> </a:t>
            </a:r>
            <a:r>
              <a:rPr sz="2000" spc="130" dirty="0">
                <a:solidFill>
                  <a:srgbClr val="FFFFFF"/>
                </a:solidFill>
                <a:latin typeface="Arial MT"/>
                <a:cs typeface="Arial MT"/>
              </a:rPr>
              <a:t>context</a:t>
            </a:r>
            <a:r>
              <a:rPr sz="2000" spc="35" dirty="0">
                <a:solidFill>
                  <a:srgbClr val="FFFFFF"/>
                </a:solidFill>
                <a:latin typeface="Arial MT"/>
                <a:cs typeface="Arial MT"/>
              </a:rPr>
              <a:t> </a:t>
            </a:r>
            <a:r>
              <a:rPr sz="2000" spc="105" dirty="0">
                <a:solidFill>
                  <a:srgbClr val="FFFFFF"/>
                </a:solidFill>
                <a:latin typeface="Arial MT"/>
                <a:cs typeface="Arial MT"/>
              </a:rPr>
              <a:t>managers</a:t>
            </a:r>
            <a:r>
              <a:rPr sz="2000" spc="50" dirty="0">
                <a:solidFill>
                  <a:srgbClr val="FFFFFF"/>
                </a:solidFill>
                <a:latin typeface="Arial MT"/>
                <a:cs typeface="Arial MT"/>
              </a:rPr>
              <a:t> </a:t>
            </a:r>
            <a:r>
              <a:rPr sz="2000" spc="-150" dirty="0">
                <a:solidFill>
                  <a:srgbClr val="FFFFFF"/>
                </a:solidFill>
                <a:latin typeface="Arial MT"/>
                <a:cs typeface="Arial MT"/>
              </a:rPr>
              <a:t>is</a:t>
            </a:r>
            <a:r>
              <a:rPr sz="2000" spc="25" dirty="0">
                <a:solidFill>
                  <a:srgbClr val="FFFFFF"/>
                </a:solidFill>
                <a:latin typeface="Arial MT"/>
                <a:cs typeface="Arial MT"/>
              </a:rPr>
              <a:t> </a:t>
            </a:r>
            <a:r>
              <a:rPr sz="2000" spc="180" dirty="0">
                <a:solidFill>
                  <a:srgbClr val="FFFFFF"/>
                </a:solidFill>
                <a:latin typeface="Arial MT"/>
                <a:cs typeface="Arial MT"/>
              </a:rPr>
              <a:t>done</a:t>
            </a:r>
            <a:r>
              <a:rPr sz="2000" spc="30" dirty="0">
                <a:solidFill>
                  <a:srgbClr val="FFFFFF"/>
                </a:solidFill>
                <a:latin typeface="Arial MT"/>
                <a:cs typeface="Arial MT"/>
              </a:rPr>
              <a:t> </a:t>
            </a:r>
            <a:r>
              <a:rPr sz="2000" dirty="0">
                <a:solidFill>
                  <a:srgbClr val="FFFFFF"/>
                </a:solidFill>
                <a:latin typeface="Arial MT"/>
                <a:cs typeface="Arial MT"/>
              </a:rPr>
              <a:t>using</a:t>
            </a:r>
            <a:r>
              <a:rPr sz="2000" spc="40" dirty="0">
                <a:solidFill>
                  <a:srgbClr val="FFFFFF"/>
                </a:solidFill>
                <a:latin typeface="Arial MT"/>
                <a:cs typeface="Arial MT"/>
              </a:rPr>
              <a:t> </a:t>
            </a:r>
            <a:r>
              <a:rPr sz="2000" spc="170" dirty="0">
                <a:solidFill>
                  <a:srgbClr val="FFFFFF"/>
                </a:solidFill>
                <a:latin typeface="Arial MT"/>
                <a:cs typeface="Arial MT"/>
              </a:rPr>
              <a:t>two</a:t>
            </a:r>
            <a:r>
              <a:rPr sz="2000" spc="25" dirty="0">
                <a:solidFill>
                  <a:srgbClr val="FFFFFF"/>
                </a:solidFill>
                <a:latin typeface="Arial MT"/>
                <a:cs typeface="Arial MT"/>
              </a:rPr>
              <a:t> </a:t>
            </a:r>
            <a:r>
              <a:rPr sz="2000" spc="114" dirty="0">
                <a:solidFill>
                  <a:srgbClr val="FFFFFF"/>
                </a:solidFill>
                <a:latin typeface="Arial MT"/>
                <a:cs typeface="Arial MT"/>
              </a:rPr>
              <a:t>approaches:</a:t>
            </a:r>
            <a:endParaRPr sz="2000">
              <a:latin typeface="Arial MT"/>
              <a:cs typeface="Arial MT"/>
            </a:endParaRPr>
          </a:p>
        </p:txBody>
      </p:sp>
      <p:grpSp>
        <p:nvGrpSpPr>
          <p:cNvPr id="5" name="object 5"/>
          <p:cNvGrpSpPr/>
          <p:nvPr/>
        </p:nvGrpSpPr>
        <p:grpSpPr>
          <a:xfrm>
            <a:off x="2385885" y="3352863"/>
            <a:ext cx="8415020" cy="2723515"/>
            <a:chOff x="2385885" y="3352863"/>
            <a:chExt cx="8415020" cy="2723515"/>
          </a:xfrm>
        </p:grpSpPr>
        <p:sp>
          <p:nvSpPr>
            <p:cNvPr id="6" name="object 6"/>
            <p:cNvSpPr/>
            <p:nvPr/>
          </p:nvSpPr>
          <p:spPr>
            <a:xfrm>
              <a:off x="2393823" y="3360801"/>
              <a:ext cx="933450" cy="812800"/>
            </a:xfrm>
            <a:custGeom>
              <a:avLst/>
              <a:gdLst/>
              <a:ahLst/>
              <a:cxnLst/>
              <a:rect l="l" t="t" r="r" b="b"/>
              <a:pathLst>
                <a:path w="933450" h="812800">
                  <a:moveTo>
                    <a:pt x="0" y="0"/>
                  </a:moveTo>
                  <a:lnTo>
                    <a:pt x="0" y="812215"/>
                  </a:lnTo>
                  <a:lnTo>
                    <a:pt x="933183" y="812215"/>
                  </a:lnTo>
                </a:path>
              </a:pathLst>
            </a:custGeom>
            <a:ln w="15875">
              <a:solidFill>
                <a:srgbClr val="C8C493"/>
              </a:solidFill>
            </a:ln>
          </p:spPr>
          <p:txBody>
            <a:bodyPr wrap="square" lIns="0" tIns="0" rIns="0" bIns="0" rtlCol="0"/>
            <a:lstStyle/>
            <a:p>
              <a:endParaRPr/>
            </a:p>
          </p:txBody>
        </p:sp>
        <p:sp>
          <p:nvSpPr>
            <p:cNvPr id="7" name="object 7"/>
            <p:cNvSpPr/>
            <p:nvPr/>
          </p:nvSpPr>
          <p:spPr>
            <a:xfrm>
              <a:off x="3327273" y="3632074"/>
              <a:ext cx="7465695" cy="1083310"/>
            </a:xfrm>
            <a:custGeom>
              <a:avLst/>
              <a:gdLst/>
              <a:ahLst/>
              <a:cxnLst/>
              <a:rect l="l" t="t" r="r" b="b"/>
              <a:pathLst>
                <a:path w="7465695" h="1083310">
                  <a:moveTo>
                    <a:pt x="0" y="108280"/>
                  </a:moveTo>
                  <a:lnTo>
                    <a:pt x="8508" y="66131"/>
                  </a:lnTo>
                  <a:lnTo>
                    <a:pt x="31713" y="31713"/>
                  </a:lnTo>
                  <a:lnTo>
                    <a:pt x="66131" y="8508"/>
                  </a:lnTo>
                  <a:lnTo>
                    <a:pt x="108280" y="0"/>
                  </a:lnTo>
                  <a:lnTo>
                    <a:pt x="7357033" y="0"/>
                  </a:lnTo>
                  <a:lnTo>
                    <a:pt x="7399182" y="8508"/>
                  </a:lnTo>
                  <a:lnTo>
                    <a:pt x="7433600" y="31713"/>
                  </a:lnTo>
                  <a:lnTo>
                    <a:pt x="7456805" y="66131"/>
                  </a:lnTo>
                  <a:lnTo>
                    <a:pt x="7465314" y="108280"/>
                  </a:lnTo>
                  <a:lnTo>
                    <a:pt x="7465314" y="974521"/>
                  </a:lnTo>
                  <a:lnTo>
                    <a:pt x="7456805" y="1016670"/>
                  </a:lnTo>
                  <a:lnTo>
                    <a:pt x="7433600" y="1051088"/>
                  </a:lnTo>
                  <a:lnTo>
                    <a:pt x="7399182" y="1074293"/>
                  </a:lnTo>
                  <a:lnTo>
                    <a:pt x="7357033" y="1082802"/>
                  </a:lnTo>
                  <a:lnTo>
                    <a:pt x="108280" y="1082802"/>
                  </a:lnTo>
                  <a:lnTo>
                    <a:pt x="66131" y="1074293"/>
                  </a:lnTo>
                  <a:lnTo>
                    <a:pt x="31713" y="1051088"/>
                  </a:lnTo>
                  <a:lnTo>
                    <a:pt x="8508" y="1016670"/>
                  </a:lnTo>
                  <a:lnTo>
                    <a:pt x="0" y="974521"/>
                  </a:lnTo>
                  <a:lnTo>
                    <a:pt x="0" y="108280"/>
                  </a:lnTo>
                  <a:close/>
                </a:path>
              </a:pathLst>
            </a:custGeom>
            <a:ln w="15874">
              <a:solidFill>
                <a:srgbClr val="8E885C"/>
              </a:solidFill>
            </a:ln>
          </p:spPr>
          <p:txBody>
            <a:bodyPr wrap="square" lIns="0" tIns="0" rIns="0" bIns="0" rtlCol="0"/>
            <a:lstStyle/>
            <a:p>
              <a:endParaRPr/>
            </a:p>
          </p:txBody>
        </p:sp>
        <p:sp>
          <p:nvSpPr>
            <p:cNvPr id="8" name="object 8"/>
            <p:cNvSpPr/>
            <p:nvPr/>
          </p:nvSpPr>
          <p:spPr>
            <a:xfrm>
              <a:off x="2393823" y="3360801"/>
              <a:ext cx="933450" cy="2165985"/>
            </a:xfrm>
            <a:custGeom>
              <a:avLst/>
              <a:gdLst/>
              <a:ahLst/>
              <a:cxnLst/>
              <a:rect l="l" t="t" r="r" b="b"/>
              <a:pathLst>
                <a:path w="933450" h="2165985">
                  <a:moveTo>
                    <a:pt x="0" y="0"/>
                  </a:moveTo>
                  <a:lnTo>
                    <a:pt x="0" y="2165896"/>
                  </a:lnTo>
                  <a:lnTo>
                    <a:pt x="933183" y="2165896"/>
                  </a:lnTo>
                </a:path>
              </a:pathLst>
            </a:custGeom>
            <a:ln w="15875">
              <a:solidFill>
                <a:srgbClr val="C8C493"/>
              </a:solidFill>
            </a:ln>
          </p:spPr>
          <p:txBody>
            <a:bodyPr wrap="square" lIns="0" tIns="0" rIns="0" bIns="0" rtlCol="0"/>
            <a:lstStyle/>
            <a:p>
              <a:endParaRPr/>
            </a:p>
          </p:txBody>
        </p:sp>
        <p:sp>
          <p:nvSpPr>
            <p:cNvPr id="9" name="object 9"/>
            <p:cNvSpPr/>
            <p:nvPr/>
          </p:nvSpPr>
          <p:spPr>
            <a:xfrm>
              <a:off x="3327273" y="4985386"/>
              <a:ext cx="7465695" cy="1083310"/>
            </a:xfrm>
            <a:custGeom>
              <a:avLst/>
              <a:gdLst/>
              <a:ahLst/>
              <a:cxnLst/>
              <a:rect l="l" t="t" r="r" b="b"/>
              <a:pathLst>
                <a:path w="7465695" h="1083310">
                  <a:moveTo>
                    <a:pt x="0" y="108280"/>
                  </a:moveTo>
                  <a:lnTo>
                    <a:pt x="8508" y="66131"/>
                  </a:lnTo>
                  <a:lnTo>
                    <a:pt x="31713" y="31713"/>
                  </a:lnTo>
                  <a:lnTo>
                    <a:pt x="66131" y="8508"/>
                  </a:lnTo>
                  <a:lnTo>
                    <a:pt x="108280" y="0"/>
                  </a:lnTo>
                  <a:lnTo>
                    <a:pt x="7357033" y="0"/>
                  </a:lnTo>
                  <a:lnTo>
                    <a:pt x="7399182" y="8508"/>
                  </a:lnTo>
                  <a:lnTo>
                    <a:pt x="7433600" y="31713"/>
                  </a:lnTo>
                  <a:lnTo>
                    <a:pt x="7456805" y="66131"/>
                  </a:lnTo>
                  <a:lnTo>
                    <a:pt x="7465314" y="108280"/>
                  </a:lnTo>
                  <a:lnTo>
                    <a:pt x="7465314" y="974521"/>
                  </a:lnTo>
                  <a:lnTo>
                    <a:pt x="7456805" y="1016670"/>
                  </a:lnTo>
                  <a:lnTo>
                    <a:pt x="7433600" y="1051088"/>
                  </a:lnTo>
                  <a:lnTo>
                    <a:pt x="7399182" y="1074293"/>
                  </a:lnTo>
                  <a:lnTo>
                    <a:pt x="7357033" y="1082802"/>
                  </a:lnTo>
                  <a:lnTo>
                    <a:pt x="108280" y="1082802"/>
                  </a:lnTo>
                  <a:lnTo>
                    <a:pt x="66131" y="1074293"/>
                  </a:lnTo>
                  <a:lnTo>
                    <a:pt x="31713" y="1051088"/>
                  </a:lnTo>
                  <a:lnTo>
                    <a:pt x="8508" y="1016670"/>
                  </a:lnTo>
                  <a:lnTo>
                    <a:pt x="0" y="974521"/>
                  </a:lnTo>
                  <a:lnTo>
                    <a:pt x="0" y="108280"/>
                  </a:lnTo>
                  <a:close/>
                </a:path>
              </a:pathLst>
            </a:custGeom>
            <a:ln w="15874">
              <a:solidFill>
                <a:srgbClr val="DFDDC6"/>
              </a:solidFill>
            </a:ln>
          </p:spPr>
          <p:txBody>
            <a:bodyPr wrap="square" lIns="0" tIns="0" rIns="0" bIns="0" rtlCol="0"/>
            <a:lstStyle/>
            <a:p>
              <a:endParaRPr/>
            </a:p>
          </p:txBody>
        </p:sp>
      </p:grpSp>
      <p:sp>
        <p:nvSpPr>
          <p:cNvPr id="10" name="object 10"/>
          <p:cNvSpPr txBox="1"/>
          <p:nvPr/>
        </p:nvSpPr>
        <p:spPr>
          <a:xfrm>
            <a:off x="3384049" y="3562899"/>
            <a:ext cx="7353300" cy="2296160"/>
          </a:xfrm>
          <a:prstGeom prst="rect">
            <a:avLst/>
          </a:prstGeom>
        </p:spPr>
        <p:txBody>
          <a:bodyPr vert="horz" wrap="square" lIns="0" tIns="96520" rIns="0" bIns="0" rtlCol="0">
            <a:spAutoFit/>
          </a:bodyPr>
          <a:lstStyle/>
          <a:p>
            <a:pPr marL="12700">
              <a:lnSpc>
                <a:spcPct val="100000"/>
              </a:lnSpc>
              <a:spcBef>
                <a:spcPts val="760"/>
              </a:spcBef>
            </a:pPr>
            <a:r>
              <a:rPr sz="2000" dirty="0">
                <a:latin typeface="Arial MT"/>
                <a:cs typeface="Arial MT"/>
              </a:rPr>
              <a:t>Using</a:t>
            </a:r>
            <a:r>
              <a:rPr sz="2000" spc="-55" dirty="0">
                <a:latin typeface="Arial MT"/>
                <a:cs typeface="Arial MT"/>
              </a:rPr>
              <a:t> </a:t>
            </a:r>
            <a:r>
              <a:rPr sz="2000" spc="240" dirty="0">
                <a:latin typeface="Arial MT"/>
                <a:cs typeface="Arial MT"/>
              </a:rPr>
              <a:t>a</a:t>
            </a:r>
            <a:r>
              <a:rPr sz="2000" spc="-60" dirty="0">
                <a:latin typeface="Arial MT"/>
                <a:cs typeface="Arial MT"/>
              </a:rPr>
              <a:t> </a:t>
            </a:r>
            <a:r>
              <a:rPr sz="2000" spc="-10" dirty="0">
                <a:latin typeface="Arial MT"/>
                <a:cs typeface="Arial MT"/>
              </a:rPr>
              <a:t>Class:</a:t>
            </a:r>
            <a:endParaRPr sz="2000" dirty="0">
              <a:latin typeface="Arial MT"/>
              <a:cs typeface="Arial MT"/>
            </a:endParaRPr>
          </a:p>
          <a:p>
            <a:pPr marL="12700" marR="5080">
              <a:lnSpc>
                <a:spcPts val="2350"/>
              </a:lnSpc>
              <a:spcBef>
                <a:spcPts val="780"/>
              </a:spcBef>
              <a:tabLst>
                <a:tab pos="735330" algn="l"/>
                <a:tab pos="2301240" algn="l"/>
                <a:tab pos="3625215" algn="l"/>
                <a:tab pos="3930015" algn="l"/>
                <a:tab pos="4997450" algn="l"/>
                <a:tab pos="5306695" algn="l"/>
                <a:tab pos="6119495" algn="l"/>
                <a:tab pos="6424930" algn="l"/>
              </a:tabLst>
            </a:pPr>
            <a:r>
              <a:rPr sz="2000" spc="-20" dirty="0">
                <a:latin typeface="Arial MT"/>
                <a:cs typeface="Arial MT"/>
              </a:rPr>
              <a:t>This</a:t>
            </a:r>
            <a:r>
              <a:rPr sz="2000" dirty="0">
                <a:latin typeface="Arial MT"/>
                <a:cs typeface="Arial MT"/>
              </a:rPr>
              <a:t>	</a:t>
            </a:r>
            <a:r>
              <a:rPr sz="2000" spc="175" dirty="0">
                <a:latin typeface="Arial MT"/>
                <a:cs typeface="Arial MT"/>
              </a:rPr>
              <a:t>approach</a:t>
            </a:r>
            <a:r>
              <a:rPr sz="2000" dirty="0">
                <a:latin typeface="Arial MT"/>
                <a:cs typeface="Arial MT"/>
              </a:rPr>
              <a:t>	</a:t>
            </a:r>
            <a:r>
              <a:rPr sz="2000" spc="60" dirty="0">
                <a:latin typeface="Arial MT"/>
                <a:cs typeface="Arial MT"/>
              </a:rPr>
              <a:t>includes</a:t>
            </a:r>
            <a:r>
              <a:rPr sz="2000" dirty="0">
                <a:latin typeface="Arial MT"/>
                <a:cs typeface="Arial MT"/>
              </a:rPr>
              <a:t>	</a:t>
            </a:r>
            <a:r>
              <a:rPr sz="2000" u="sng" dirty="0">
                <a:uFill>
                  <a:solidFill>
                    <a:srgbClr val="000000"/>
                  </a:solidFill>
                </a:uFill>
                <a:latin typeface="Arial MT"/>
                <a:cs typeface="Arial MT"/>
              </a:rPr>
              <a:t>	</a:t>
            </a:r>
            <a:r>
              <a:rPr sz="2000" spc="-10" dirty="0">
                <a:latin typeface="Courier New"/>
                <a:cs typeface="Courier New"/>
              </a:rPr>
              <a:t>enter</a:t>
            </a:r>
            <a:r>
              <a:rPr sz="2000" u="sng" dirty="0">
                <a:uFill>
                  <a:solidFill>
                    <a:srgbClr val="000000"/>
                  </a:solidFill>
                </a:uFill>
                <a:latin typeface="Courier New"/>
                <a:cs typeface="Courier New"/>
              </a:rPr>
              <a:t>	</a:t>
            </a:r>
            <a:r>
              <a:rPr sz="2000" dirty="0">
                <a:latin typeface="Courier New"/>
                <a:cs typeface="Courier New"/>
              </a:rPr>
              <a:t>	</a:t>
            </a:r>
            <a:r>
              <a:rPr sz="2000" spc="175" dirty="0">
                <a:latin typeface="Arial MT"/>
                <a:cs typeface="Arial MT"/>
              </a:rPr>
              <a:t>and</a:t>
            </a:r>
            <a:r>
              <a:rPr sz="2000" dirty="0">
                <a:latin typeface="Arial MT"/>
                <a:cs typeface="Arial MT"/>
              </a:rPr>
              <a:t>	</a:t>
            </a:r>
            <a:r>
              <a:rPr sz="2000" u="sng" dirty="0">
                <a:uFill>
                  <a:solidFill>
                    <a:srgbClr val="000000"/>
                  </a:solidFill>
                </a:uFill>
                <a:latin typeface="Arial MT"/>
                <a:cs typeface="Arial MT"/>
              </a:rPr>
              <a:t>	</a:t>
            </a:r>
            <a:r>
              <a:rPr sz="2000" spc="-160" dirty="0">
                <a:latin typeface="Courier New"/>
                <a:cs typeface="Courier New"/>
              </a:rPr>
              <a:t>exit</a:t>
            </a:r>
            <a:r>
              <a:rPr sz="2000" u="sng" spc="350" dirty="0">
                <a:uFill>
                  <a:solidFill>
                    <a:srgbClr val="000000"/>
                  </a:solidFill>
                </a:uFill>
                <a:latin typeface="Courier New"/>
                <a:cs typeface="Courier New"/>
              </a:rPr>
              <a:t> </a:t>
            </a:r>
            <a:r>
              <a:rPr sz="2000" spc="350" dirty="0">
                <a:latin typeface="Courier New"/>
                <a:cs typeface="Courier New"/>
              </a:rPr>
              <a:t> </a:t>
            </a:r>
            <a:r>
              <a:rPr sz="2000" spc="90" dirty="0">
                <a:latin typeface="Arial MT"/>
                <a:cs typeface="Arial MT"/>
              </a:rPr>
              <a:t>methods.</a:t>
            </a:r>
            <a:endParaRPr sz="2000" dirty="0">
              <a:latin typeface="Arial MT"/>
              <a:cs typeface="Arial MT"/>
            </a:endParaRPr>
          </a:p>
          <a:p>
            <a:pPr>
              <a:lnSpc>
                <a:spcPct val="100000"/>
              </a:lnSpc>
              <a:spcBef>
                <a:spcPts val="1575"/>
              </a:spcBef>
            </a:pPr>
            <a:endParaRPr sz="2000" dirty="0">
              <a:latin typeface="Arial MT"/>
              <a:cs typeface="Arial MT"/>
            </a:endParaRPr>
          </a:p>
          <a:p>
            <a:pPr marL="12700">
              <a:lnSpc>
                <a:spcPct val="100000"/>
              </a:lnSpc>
            </a:pPr>
            <a:r>
              <a:rPr sz="2000" dirty="0">
                <a:latin typeface="Arial MT"/>
                <a:cs typeface="Arial MT"/>
              </a:rPr>
              <a:t>Using</a:t>
            </a:r>
            <a:r>
              <a:rPr sz="2000" spc="-60" dirty="0">
                <a:latin typeface="Arial MT"/>
                <a:cs typeface="Arial MT"/>
              </a:rPr>
              <a:t> </a:t>
            </a:r>
            <a:r>
              <a:rPr sz="2000" spc="240" dirty="0">
                <a:latin typeface="Arial MT"/>
                <a:cs typeface="Arial MT"/>
              </a:rPr>
              <a:t>a</a:t>
            </a:r>
            <a:r>
              <a:rPr sz="2000" spc="-65" dirty="0">
                <a:latin typeface="Arial MT"/>
                <a:cs typeface="Arial MT"/>
              </a:rPr>
              <a:t> </a:t>
            </a:r>
            <a:r>
              <a:rPr sz="2000" spc="90" dirty="0">
                <a:latin typeface="Arial MT"/>
                <a:cs typeface="Arial MT"/>
              </a:rPr>
              <a:t>Generator:</a:t>
            </a:r>
            <a:endParaRPr sz="2000" dirty="0">
              <a:latin typeface="Arial MT"/>
              <a:cs typeface="Arial MT"/>
            </a:endParaRPr>
          </a:p>
          <a:p>
            <a:pPr marL="12700">
              <a:lnSpc>
                <a:spcPct val="100000"/>
              </a:lnSpc>
              <a:spcBef>
                <a:spcPts val="660"/>
              </a:spcBef>
            </a:pPr>
            <a:r>
              <a:rPr sz="2000" spc="-150" dirty="0">
                <a:latin typeface="Arial MT"/>
                <a:cs typeface="Arial MT"/>
              </a:rPr>
              <a:t>This</a:t>
            </a:r>
            <a:r>
              <a:rPr sz="2000" spc="20" dirty="0">
                <a:latin typeface="Arial MT"/>
                <a:cs typeface="Arial MT"/>
              </a:rPr>
              <a:t> </a:t>
            </a:r>
            <a:r>
              <a:rPr sz="2000" spc="180" dirty="0">
                <a:latin typeface="Arial MT"/>
                <a:cs typeface="Arial MT"/>
              </a:rPr>
              <a:t>approach</a:t>
            </a:r>
            <a:r>
              <a:rPr sz="2000" spc="30" dirty="0">
                <a:latin typeface="Arial MT"/>
                <a:cs typeface="Arial MT"/>
              </a:rPr>
              <a:t> </a:t>
            </a:r>
            <a:r>
              <a:rPr sz="2000" spc="85" dirty="0">
                <a:latin typeface="Arial MT"/>
                <a:cs typeface="Arial MT"/>
              </a:rPr>
              <a:t>implements</a:t>
            </a:r>
            <a:r>
              <a:rPr sz="2000" spc="35" dirty="0">
                <a:latin typeface="Arial MT"/>
                <a:cs typeface="Arial MT"/>
              </a:rPr>
              <a:t> </a:t>
            </a:r>
            <a:r>
              <a:rPr sz="2000" spc="135" dirty="0">
                <a:latin typeface="Arial MT"/>
                <a:cs typeface="Arial MT"/>
              </a:rPr>
              <a:t>context</a:t>
            </a:r>
            <a:r>
              <a:rPr sz="2000" spc="25" dirty="0">
                <a:latin typeface="Arial MT"/>
                <a:cs typeface="Arial MT"/>
              </a:rPr>
              <a:t> </a:t>
            </a:r>
            <a:r>
              <a:rPr sz="2000" spc="155" dirty="0">
                <a:latin typeface="Arial MT"/>
                <a:cs typeface="Arial MT"/>
              </a:rPr>
              <a:t>manager</a:t>
            </a:r>
            <a:r>
              <a:rPr sz="2000" spc="35" dirty="0">
                <a:latin typeface="Arial MT"/>
                <a:cs typeface="Arial MT"/>
              </a:rPr>
              <a:t> </a:t>
            </a:r>
            <a:r>
              <a:rPr sz="2000" spc="110" dirty="0">
                <a:latin typeface="Arial MT"/>
                <a:cs typeface="Arial MT"/>
              </a:rPr>
              <a:t>protocol.</a:t>
            </a:r>
            <a:endParaRPr sz="2000" dirty="0">
              <a:latin typeface="Arial MT"/>
              <a:cs typeface="Arial MT"/>
            </a:endParaRPr>
          </a:p>
        </p:txBody>
      </p:sp>
      <p:sp>
        <p:nvSpPr>
          <p:cNvPr id="11" name="object 11"/>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6</a:t>
            </a:fld>
            <a:endParaRPr spc="-25" dirty="0"/>
          </a:p>
        </p:txBody>
      </p:sp>
      <p:sp>
        <p:nvSpPr>
          <p:cNvPr id="12" name="object 12"/>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3" name="object 13"/>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6E8F7-866D-19F1-491D-97297A9802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BD654A-FB0F-2F01-E926-5D8CCE201EF4}"/>
              </a:ext>
            </a:extLst>
          </p:cNvPr>
          <p:cNvSpPr txBox="1">
            <a:spLocks noGrp="1"/>
          </p:cNvSpPr>
          <p:nvPr>
            <p:ph type="title"/>
          </p:nvPr>
        </p:nvSpPr>
        <p:spPr>
          <a:xfrm>
            <a:off x="480447" y="-412820"/>
            <a:ext cx="10515600" cy="1325563"/>
          </a:xfrm>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[2-</a:t>
            </a:r>
            <a:r>
              <a:rPr spc="-25" dirty="0"/>
              <a:t>2]</a:t>
            </a:r>
          </a:p>
        </p:txBody>
      </p:sp>
      <p:sp>
        <p:nvSpPr>
          <p:cNvPr id="11" name="object 11">
            <a:extLst>
              <a:ext uri="{FF2B5EF4-FFF2-40B4-BE49-F238E27FC236}">
                <a16:creationId xmlns:a16="http://schemas.microsoft.com/office/drawing/2014/main" id="{A0867CEC-7553-9703-C6A4-FA63F01A4290}"/>
              </a:ext>
            </a:extLst>
          </p:cNvPr>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7</a:t>
            </a:fld>
            <a:endParaRPr spc="-25" dirty="0"/>
          </a:p>
        </p:txBody>
      </p:sp>
      <p:sp>
        <p:nvSpPr>
          <p:cNvPr id="12" name="object 12">
            <a:extLst>
              <a:ext uri="{FF2B5EF4-FFF2-40B4-BE49-F238E27FC236}">
                <a16:creationId xmlns:a16="http://schemas.microsoft.com/office/drawing/2014/main" id="{4DBFF510-9F3A-CFAF-FC7A-BAD9DD6E894A}"/>
              </a:ext>
            </a:extLst>
          </p:cNvPr>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3" name="object 13">
            <a:extLst>
              <a:ext uri="{FF2B5EF4-FFF2-40B4-BE49-F238E27FC236}">
                <a16:creationId xmlns:a16="http://schemas.microsoft.com/office/drawing/2014/main" id="{31373E32-AF2B-5E00-19F5-6D5ECC0222A7}"/>
              </a:ext>
            </a:extLst>
          </p:cNvPr>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4" name="TextBox 3">
            <a:extLst>
              <a:ext uri="{FF2B5EF4-FFF2-40B4-BE49-F238E27FC236}">
                <a16:creationId xmlns:a16="http://schemas.microsoft.com/office/drawing/2014/main" id="{8BCA5196-7624-A1E5-69CB-9CDBB593BA14}"/>
              </a:ext>
            </a:extLst>
          </p:cNvPr>
          <p:cNvSpPr txBox="1"/>
          <p:nvPr/>
        </p:nvSpPr>
        <p:spPr>
          <a:xfrm>
            <a:off x="480447" y="1045918"/>
            <a:ext cx="10000182" cy="5909310"/>
          </a:xfrm>
          <a:prstGeom prst="rect">
            <a:avLst/>
          </a:prstGeom>
          <a:noFill/>
        </p:spPr>
        <p:txBody>
          <a:bodyPr wrap="square">
            <a:spAutoFit/>
          </a:bodyPr>
          <a:lstStyle/>
          <a:p>
            <a:pPr>
              <a:buNone/>
            </a:pPr>
            <a:r>
              <a:rPr lang="vi-VN" b="0" dirty="0">
                <a:solidFill>
                  <a:srgbClr val="0000FF"/>
                </a:solidFill>
                <a:effectLst/>
                <a:latin typeface="Google Sans Code" panose="020B0509030502040204" pitchFamily="49" charset="-93"/>
                <a:cs typeface="Google Sans Code" panose="020B0509030502040204" pitchFamily="49" charset="-93"/>
              </a:rPr>
              <a:t>class</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267F99"/>
                </a:solidFill>
                <a:effectLst/>
                <a:latin typeface="Google Sans Code" panose="020B0509030502040204" pitchFamily="49" charset="-93"/>
                <a:cs typeface="Google Sans Code" panose="020B0509030502040204" pitchFamily="49" charset="-93"/>
              </a:rPr>
              <a:t>GhiLog</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__init__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filename</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filename</a:t>
            </a:r>
            <a:r>
              <a:rPr lang="vi-VN" b="0" dirty="0">
                <a:solidFill>
                  <a:srgbClr val="000000"/>
                </a:solidFill>
                <a:effectLst/>
                <a:latin typeface="Google Sans Code" panose="020B0509030502040204" pitchFamily="49" charset="-93"/>
                <a:cs typeface="Google Sans Code" panose="020B0509030502040204" pitchFamily="49" charset="-93"/>
              </a:rPr>
              <a:t> = </a:t>
            </a:r>
            <a:r>
              <a:rPr lang="vi-VN" b="0" dirty="0">
                <a:solidFill>
                  <a:srgbClr val="001080"/>
                </a:solidFill>
                <a:effectLst/>
                <a:latin typeface="Google Sans Code" panose="020B0509030502040204" pitchFamily="49" charset="-93"/>
                <a:cs typeface="Google Sans Code" panose="020B0509030502040204" pitchFamily="49" charset="-93"/>
              </a:rPr>
              <a:t>filename</a:t>
            </a:r>
            <a:endParaRPr lang="vi-VN" b="0" dirty="0">
              <a:solidFill>
                <a:srgbClr val="000000"/>
              </a:solidFill>
              <a:effectLst/>
              <a:latin typeface="Google Sans Code" panose="020B0509030502040204" pitchFamily="49" charset="-93"/>
              <a:cs typeface="Google Sans Code" panose="020B0509030502040204" pitchFamily="49" charset="-93"/>
            </a:endParaRPr>
          </a:p>
          <a:p>
            <a:pPr>
              <a:buNone/>
            </a:pPr>
            <a:br>
              <a:rPr lang="vi-VN" b="0" dirty="0">
                <a:solidFill>
                  <a:srgbClr val="000000"/>
                </a:solidFill>
                <a:effectLst/>
                <a:latin typeface="Google Sans Code" panose="020B0509030502040204" pitchFamily="49" charset="-93"/>
                <a:cs typeface="Google Sans Code" panose="020B0509030502040204" pitchFamily="49" charset="-93"/>
              </a:rPr>
            </a:b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__enter__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 = </a:t>
            </a:r>
            <a:r>
              <a:rPr lang="vi-VN" b="0" dirty="0">
                <a:solidFill>
                  <a:srgbClr val="795E26"/>
                </a:solidFill>
                <a:effectLst/>
                <a:latin typeface="Google Sans Code" panose="020B0509030502040204" pitchFamily="49" charset="-93"/>
                <a:cs typeface="Google Sans Code" panose="020B0509030502040204" pitchFamily="49" charset="-93"/>
              </a:rPr>
              <a:t>open</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filename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31515"/>
                </a:solidFill>
                <a:effectLst/>
                <a:latin typeface="Google Sans Code" panose="020B0509030502040204" pitchFamily="49" charset="-93"/>
                <a:cs typeface="Google Sans Code" panose="020B0509030502040204" pitchFamily="49" charset="-93"/>
              </a:rPr>
              <a:t>"a"</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encoding</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"utf-8"</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Bắt đầu xử lý</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print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Đã mở file log"</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return</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8000"/>
                </a:solidFill>
                <a:effectLst/>
                <a:latin typeface="Google Sans Code" panose="020B0509030502040204" pitchFamily="49" charset="-93"/>
                <a:cs typeface="Google Sans Code" panose="020B0509030502040204" pitchFamily="49" charset="-93"/>
              </a:rPr>
              <a:t># Trả về file để sử dụng trong khối with</a:t>
            </a:r>
            <a:endParaRPr lang="vi-VN" b="0" dirty="0">
              <a:solidFill>
                <a:srgbClr val="000000"/>
              </a:solidFill>
              <a:effectLst/>
              <a:latin typeface="Google Sans Code" panose="020B0509030502040204" pitchFamily="49" charset="-93"/>
              <a:cs typeface="Google Sans Code" panose="020B0509030502040204" pitchFamily="49" charset="-93"/>
            </a:endParaRPr>
          </a:p>
          <a:p>
            <a:pPr>
              <a:buNone/>
            </a:pPr>
            <a:br>
              <a:rPr lang="vi-VN" b="0" dirty="0">
                <a:solidFill>
                  <a:srgbClr val="000000"/>
                </a:solidFill>
                <a:effectLst/>
                <a:latin typeface="Google Sans Code" panose="020B0509030502040204" pitchFamily="49" charset="-93"/>
                <a:cs typeface="Google Sans Code" panose="020B0509030502040204" pitchFamily="49" charset="-93"/>
              </a:rPr>
            </a:b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__exit__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exc_type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exc_value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traceback</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Kết thúc xử lý</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close</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print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Đã đóng file log"</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br>
              <a:rPr lang="vi-VN" b="0" dirty="0">
                <a:solidFill>
                  <a:srgbClr val="000000"/>
                </a:solidFill>
                <a:effectLst/>
                <a:latin typeface="Google Sans Code" panose="020B0509030502040204" pitchFamily="49" charset="-93"/>
                <a:cs typeface="Google Sans Code" panose="020B0509030502040204" pitchFamily="49" charset="-93"/>
              </a:rPr>
            </a:br>
            <a:r>
              <a:rPr lang="vi-VN" b="0" dirty="0">
                <a:solidFill>
                  <a:srgbClr val="008000"/>
                </a:solidFill>
                <a:effectLst/>
                <a:latin typeface="Google Sans Code" panose="020B0509030502040204" pitchFamily="49" charset="-93"/>
                <a:cs typeface="Google Sans Code" panose="020B0509030502040204" pitchFamily="49" charset="-93"/>
              </a:rPr>
              <a:t># Sử dụng context manager để ghi log vào file</a:t>
            </a:r>
            <a:endParaRPr lang="vi-VN" b="0" dirty="0">
              <a:solidFill>
                <a:srgbClr val="000000"/>
              </a:solidFill>
              <a:effectLst/>
              <a:latin typeface="Google Sans Code" panose="020B0509030502040204" pitchFamily="49" charset="-93"/>
              <a:cs typeface="Google Sans Code" panose="020B0509030502040204" pitchFamily="49" charset="-93"/>
            </a:endParaRPr>
          </a:p>
          <a:p>
            <a:pPr>
              <a:buNone/>
            </a:pPr>
            <a:r>
              <a:rPr lang="vi-VN" b="0" dirty="0">
                <a:solidFill>
                  <a:srgbClr val="AF00DB"/>
                </a:solidFill>
                <a:effectLst/>
                <a:latin typeface="Google Sans Code" panose="020B0509030502040204" pitchFamily="49" charset="-93"/>
                <a:cs typeface="Google Sans Code" panose="020B0509030502040204" pitchFamily="49" charset="-93"/>
              </a:rPr>
              <a:t>with</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267F99"/>
                </a:solidFill>
                <a:effectLst/>
                <a:latin typeface="Google Sans Code" panose="020B0509030502040204" pitchFamily="49" charset="-93"/>
                <a:cs typeface="Google Sans Code" panose="020B0509030502040204" pitchFamily="49" charset="-93"/>
              </a:rPr>
              <a:t>GhiLog</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"log.txt"</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as</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Đang xử lý dữ liệu học sinh...</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Đã cập nhật điểm thi.</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br>
              <a:rPr lang="vi-VN" b="0" dirty="0">
                <a:solidFill>
                  <a:srgbClr val="000000"/>
                </a:solidFill>
                <a:effectLst/>
                <a:latin typeface="Google Sans Code" panose="020B0509030502040204" pitchFamily="49" charset="-93"/>
                <a:cs typeface="Google Sans Code" panose="020B0509030502040204" pitchFamily="49" charset="-93"/>
              </a:rPr>
            </a:br>
            <a:endParaRPr lang="vi-VN" b="0" dirty="0">
              <a:solidFill>
                <a:srgbClr val="000000"/>
              </a:solidFill>
              <a:effectLst/>
              <a:latin typeface="Google Sans Code" panose="020B0509030502040204" pitchFamily="49" charset="-93"/>
              <a:cs typeface="Google Sans Code" panose="020B0509030502040204" pitchFamily="49" charset="-93"/>
            </a:endParaRPr>
          </a:p>
        </p:txBody>
      </p:sp>
    </p:spTree>
    <p:extLst>
      <p:ext uri="{BB962C8B-B14F-4D97-AF65-F5344CB8AC3E}">
        <p14:creationId xmlns:p14="http://schemas.microsoft.com/office/powerpoint/2010/main" val="2548385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C816E-6CC6-D25E-B2A9-A30273CED1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B8FB4A-BEEB-3347-E87D-81DE4BEDFDAD}"/>
              </a:ext>
            </a:extLst>
          </p:cNvPr>
          <p:cNvSpPr txBox="1">
            <a:spLocks noGrp="1"/>
          </p:cNvSpPr>
          <p:nvPr>
            <p:ph type="title"/>
          </p:nvPr>
        </p:nvSpPr>
        <p:spPr>
          <a:xfrm>
            <a:off x="480447" y="-412820"/>
            <a:ext cx="10515600" cy="1325563"/>
          </a:xfrm>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[2-</a:t>
            </a:r>
            <a:r>
              <a:rPr spc="-25" dirty="0"/>
              <a:t>2]</a:t>
            </a:r>
          </a:p>
        </p:txBody>
      </p:sp>
      <p:sp>
        <p:nvSpPr>
          <p:cNvPr id="11" name="object 11">
            <a:extLst>
              <a:ext uri="{FF2B5EF4-FFF2-40B4-BE49-F238E27FC236}">
                <a16:creationId xmlns:a16="http://schemas.microsoft.com/office/drawing/2014/main" id="{DA1BF5D4-5356-BE52-31BD-36F7DD18D476}"/>
              </a:ext>
            </a:extLst>
          </p:cNvPr>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8</a:t>
            </a:fld>
            <a:endParaRPr spc="-25" dirty="0"/>
          </a:p>
        </p:txBody>
      </p:sp>
      <p:sp>
        <p:nvSpPr>
          <p:cNvPr id="12" name="object 12">
            <a:extLst>
              <a:ext uri="{FF2B5EF4-FFF2-40B4-BE49-F238E27FC236}">
                <a16:creationId xmlns:a16="http://schemas.microsoft.com/office/drawing/2014/main" id="{2C415633-527A-91B2-8F44-A8AB9D236CA9}"/>
              </a:ext>
            </a:extLst>
          </p:cNvPr>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3" name="object 13">
            <a:extLst>
              <a:ext uri="{FF2B5EF4-FFF2-40B4-BE49-F238E27FC236}">
                <a16:creationId xmlns:a16="http://schemas.microsoft.com/office/drawing/2014/main" id="{269FACD1-0926-C4FD-EDD8-5E1E8BB6693F}"/>
              </a:ext>
            </a:extLst>
          </p:cNvPr>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4" name="TextBox 3">
            <a:extLst>
              <a:ext uri="{FF2B5EF4-FFF2-40B4-BE49-F238E27FC236}">
                <a16:creationId xmlns:a16="http://schemas.microsoft.com/office/drawing/2014/main" id="{10C56EBE-9287-51F7-C478-7D2D8FED9A82}"/>
              </a:ext>
            </a:extLst>
          </p:cNvPr>
          <p:cNvSpPr txBox="1"/>
          <p:nvPr/>
        </p:nvSpPr>
        <p:spPr>
          <a:xfrm>
            <a:off x="738156" y="1050073"/>
            <a:ext cx="10000182" cy="1961884"/>
          </a:xfrm>
          <a:prstGeom prst="rect">
            <a:avLst/>
          </a:prstGeom>
          <a:noFill/>
        </p:spPr>
        <p:txBody>
          <a:bodyPr wrap="square">
            <a:spAutoFit/>
          </a:bodyPr>
          <a:lstStyle/>
          <a:p>
            <a:pPr>
              <a:lnSpc>
                <a:spcPct val="150000"/>
              </a:lnSpc>
            </a:pPr>
            <a:r>
              <a:rPr lang="vi-VN" b="0" dirty="0">
                <a:solidFill>
                  <a:srgbClr val="795E26"/>
                </a:solidFill>
                <a:effectLst/>
                <a:latin typeface="Google Sans Code" panose="020B0509030502040204" pitchFamily="49" charset="-93"/>
                <a:cs typeface="Google Sans Code" panose="020B0509030502040204" pitchFamily="49" charset="-93"/>
              </a:rPr>
              <a:t>__init__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filename</a:t>
            </a:r>
            <a:r>
              <a:rPr lang="vi-VN" b="0" dirty="0">
                <a:solidFill>
                  <a:srgbClr val="000000"/>
                </a:solidFill>
                <a:effectLst/>
                <a:latin typeface="Google Sans Code" panose="020B0509030502040204" pitchFamily="49" charset="-93"/>
                <a:cs typeface="Google Sans Code" panose="020B0509030502040204" pitchFamily="49" charset="-93"/>
              </a:rPr>
              <a:t>): Tạo đối tượng, gán biến</a:t>
            </a:r>
          </a:p>
          <a:p>
            <a:pPr>
              <a:lnSpc>
                <a:spcPct val="150000"/>
              </a:lnSpc>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__enter__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Bắt đầu ngữ cảnh – mở file, thiết lập tài nguyên</a:t>
            </a:r>
          </a:p>
          <a:p>
            <a:pPr>
              <a:lnSpc>
                <a:spcPct val="150000"/>
              </a:lnSpc>
            </a:pPr>
            <a:r>
              <a:rPr lang="vi-VN" b="0" dirty="0">
                <a:solidFill>
                  <a:srgbClr val="795E26"/>
                </a:solidFill>
                <a:effectLst/>
                <a:latin typeface="Google Sans Code" panose="020B0509030502040204" pitchFamily="49" charset="-93"/>
                <a:cs typeface="Google Sans Code" panose="020B0509030502040204" pitchFamily="49" charset="-93"/>
              </a:rPr>
              <a:t>_</a:t>
            </a:r>
            <a:r>
              <a:rPr lang="en-US" b="0" dirty="0">
                <a:solidFill>
                  <a:srgbClr val="795E26"/>
                </a:solidFill>
                <a:effectLst/>
                <a:latin typeface="Google Sans Code" panose="020B0509030502040204" pitchFamily="49" charset="-93"/>
                <a:cs typeface="Google Sans Code" panose="020B0509030502040204" pitchFamily="49" charset="-93"/>
              </a:rPr>
              <a:t>__exit__</a:t>
            </a:r>
            <a:r>
              <a:rPr lang="en-US" b="0" dirty="0">
                <a:solidFill>
                  <a:srgbClr val="000000"/>
                </a:solidFill>
                <a:effectLst/>
                <a:latin typeface="Google Sans Code" panose="020B0509030502040204" pitchFamily="49" charset="-93"/>
                <a:cs typeface="Google Sans Code" panose="020B0509030502040204" pitchFamily="49" charset="-93"/>
              </a:rPr>
              <a:t>(</a:t>
            </a:r>
            <a:r>
              <a:rPr lang="en-US" b="0" dirty="0">
                <a:solidFill>
                  <a:srgbClr val="001080"/>
                </a:solidFill>
                <a:effectLst/>
                <a:latin typeface="Google Sans Code" panose="020B0509030502040204" pitchFamily="49" charset="-93"/>
                <a:cs typeface="Google Sans Code" panose="020B0509030502040204" pitchFamily="49" charset="-93"/>
              </a:rPr>
              <a:t>self</a:t>
            </a:r>
            <a:r>
              <a:rPr lang="en-US" b="0" dirty="0">
                <a:solidFill>
                  <a:srgbClr val="000000"/>
                </a:solidFill>
                <a:effectLst/>
                <a:latin typeface="Google Sans Code" panose="020B0509030502040204" pitchFamily="49" charset="-93"/>
                <a:cs typeface="Google Sans Code" panose="020B0509030502040204" pitchFamily="49" charset="-93"/>
              </a:rPr>
              <a:t>, </a:t>
            </a:r>
            <a:r>
              <a:rPr lang="en-US" b="0" dirty="0" err="1">
                <a:solidFill>
                  <a:srgbClr val="001080"/>
                </a:solidFill>
                <a:effectLst/>
                <a:latin typeface="Google Sans Code" panose="020B0509030502040204" pitchFamily="49" charset="-93"/>
                <a:cs typeface="Google Sans Code" panose="020B0509030502040204" pitchFamily="49" charset="-93"/>
              </a:rPr>
              <a:t>exc_type</a:t>
            </a:r>
            <a:r>
              <a:rPr lang="en-US" b="0" dirty="0">
                <a:solidFill>
                  <a:srgbClr val="000000"/>
                </a:solidFill>
                <a:effectLst/>
                <a:latin typeface="Google Sans Code" panose="020B0509030502040204" pitchFamily="49" charset="-93"/>
                <a:cs typeface="Google Sans Code" panose="020B0509030502040204" pitchFamily="49" charset="-93"/>
              </a:rPr>
              <a:t>, </a:t>
            </a:r>
            <a:r>
              <a:rPr lang="en-US" b="0" dirty="0" err="1">
                <a:solidFill>
                  <a:srgbClr val="001080"/>
                </a:solidFill>
                <a:effectLst/>
                <a:latin typeface="Google Sans Code" panose="020B0509030502040204" pitchFamily="49" charset="-93"/>
                <a:cs typeface="Google Sans Code" panose="020B0509030502040204" pitchFamily="49" charset="-93"/>
              </a:rPr>
              <a:t>exc_value</a:t>
            </a:r>
            <a:r>
              <a:rPr lang="en-US" b="0" dirty="0">
                <a:solidFill>
                  <a:srgbClr val="000000"/>
                </a:solidFill>
                <a:effectLst/>
                <a:latin typeface="Google Sans Code" panose="020B0509030502040204" pitchFamily="49" charset="-93"/>
                <a:cs typeface="Google Sans Code" panose="020B0509030502040204" pitchFamily="49" charset="-93"/>
              </a:rPr>
              <a:t>, </a:t>
            </a:r>
            <a:r>
              <a:rPr lang="en-US" b="0" dirty="0">
                <a:solidFill>
                  <a:srgbClr val="001080"/>
                </a:solidFill>
                <a:effectLst/>
                <a:latin typeface="Google Sans Code" panose="020B0509030502040204" pitchFamily="49" charset="-93"/>
                <a:cs typeface="Google Sans Code" panose="020B0509030502040204" pitchFamily="49" charset="-93"/>
              </a:rPr>
              <a:t>traceback</a:t>
            </a:r>
            <a:r>
              <a:rPr lang="en-US"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00"/>
                </a:solidFill>
                <a:effectLst/>
                <a:latin typeface="Google Sans Code" panose="020B0509030502040204" pitchFamily="49" charset="-93"/>
                <a:cs typeface="Google Sans Code" panose="020B0509030502040204" pitchFamily="49" charset="-93"/>
              </a:rPr>
              <a:t>Kết thúc ngữ cảnh – đóng file, rollback, log lỗi</a:t>
            </a:r>
            <a:endParaRPr lang="en-US" b="0" dirty="0">
              <a:solidFill>
                <a:srgbClr val="000000"/>
              </a:solidFill>
              <a:effectLst/>
              <a:latin typeface="Google Sans Code" panose="020B0509030502040204" pitchFamily="49" charset="-93"/>
              <a:cs typeface="Google Sans Code" panose="020B0509030502040204" pitchFamily="49" charset="-93"/>
            </a:endParaRPr>
          </a:p>
          <a:p>
            <a:pPr>
              <a:lnSpc>
                <a:spcPts val="1500"/>
              </a:lnSpc>
            </a:pPr>
            <a:endParaRPr lang="vi-VN" b="0" dirty="0">
              <a:solidFill>
                <a:srgbClr val="000000"/>
              </a:solidFill>
              <a:effectLst/>
              <a:latin typeface="Google Sans Code" panose="020B0509030502040204" pitchFamily="49" charset="-93"/>
              <a:cs typeface="Google Sans Code" panose="020B0509030502040204" pitchFamily="49" charset="-93"/>
            </a:endParaRPr>
          </a:p>
        </p:txBody>
      </p:sp>
      <p:graphicFrame>
        <p:nvGraphicFramePr>
          <p:cNvPr id="14" name="Table 13">
            <a:extLst>
              <a:ext uri="{FF2B5EF4-FFF2-40B4-BE49-F238E27FC236}">
                <a16:creationId xmlns:a16="http://schemas.microsoft.com/office/drawing/2014/main" id="{E2DA5B8A-D71C-0302-433F-0624906D723A}"/>
              </a:ext>
            </a:extLst>
          </p:cNvPr>
          <p:cNvGraphicFramePr>
            <a:graphicFrameLocks noGrp="1"/>
          </p:cNvGraphicFramePr>
          <p:nvPr>
            <p:extLst>
              <p:ext uri="{D42A27DB-BD31-4B8C-83A1-F6EECF244321}">
                <p14:modId xmlns:p14="http://schemas.microsoft.com/office/powerpoint/2010/main" val="737709474"/>
              </p:ext>
            </p:extLst>
          </p:nvPr>
        </p:nvGraphicFramePr>
        <p:xfrm>
          <a:off x="624448" y="3429000"/>
          <a:ext cx="11216342" cy="2763520"/>
        </p:xfrm>
        <a:graphic>
          <a:graphicData uri="http://schemas.openxmlformats.org/drawingml/2006/table">
            <a:tbl>
              <a:tblPr firstRow="1" bandRow="1">
                <a:tableStyleId>{3B4B98B0-60AC-42C2-AFA5-B58CD77FA1E5}</a:tableStyleId>
              </a:tblPr>
              <a:tblGrid>
                <a:gridCol w="3308338">
                  <a:extLst>
                    <a:ext uri="{9D8B030D-6E8A-4147-A177-3AD203B41FA5}">
                      <a16:colId xmlns:a16="http://schemas.microsoft.com/office/drawing/2014/main" val="2829147028"/>
                    </a:ext>
                  </a:extLst>
                </a:gridCol>
                <a:gridCol w="4083504">
                  <a:extLst>
                    <a:ext uri="{9D8B030D-6E8A-4147-A177-3AD203B41FA5}">
                      <a16:colId xmlns:a16="http://schemas.microsoft.com/office/drawing/2014/main" val="908093996"/>
                    </a:ext>
                  </a:extLst>
                </a:gridCol>
                <a:gridCol w="3824500">
                  <a:extLst>
                    <a:ext uri="{9D8B030D-6E8A-4147-A177-3AD203B41FA5}">
                      <a16:colId xmlns:a16="http://schemas.microsoft.com/office/drawing/2014/main" val="1117851110"/>
                    </a:ext>
                  </a:extLst>
                </a:gridCol>
              </a:tblGrid>
              <a:tr h="370840">
                <a:tc>
                  <a:txBody>
                    <a:bodyPr/>
                    <a:lstStyle/>
                    <a:p>
                      <a:r>
                        <a:rPr lang="vi-VN" dirty="0">
                          <a:latin typeface="Google Sans Code" panose="020B0509030502040204" pitchFamily="49" charset="-93"/>
                        </a:rPr>
                        <a:t>Tính năng </a:t>
                      </a:r>
                    </a:p>
                  </a:txBody>
                  <a:tcPr/>
                </a:tc>
                <a:tc>
                  <a:txBody>
                    <a:bodyPr/>
                    <a:lstStyle/>
                    <a:p>
                      <a:r>
                        <a:rPr lang="vi-VN" dirty="0">
                          <a:latin typeface="Google Sans Code" panose="020B0509030502040204" pitchFamily="49" charset="-93"/>
                        </a:rPr>
                        <a:t>Hàm thường</a:t>
                      </a:r>
                    </a:p>
                  </a:txBody>
                  <a:tcPr/>
                </a:tc>
                <a:tc>
                  <a:txBody>
                    <a:bodyPr/>
                    <a:lstStyle/>
                    <a:p>
                      <a:r>
                        <a:rPr lang="vi-VN" dirty="0">
                          <a:latin typeface="Google Sans Code" panose="020B0509030502040204" pitchFamily="49" charset="-93"/>
                        </a:rPr>
                        <a:t>Context Manager</a:t>
                      </a:r>
                    </a:p>
                  </a:txBody>
                  <a:tcPr/>
                </a:tc>
                <a:extLst>
                  <a:ext uri="{0D108BD9-81ED-4DB2-BD59-A6C34878D82A}">
                    <a16:rowId xmlns:a16="http://schemas.microsoft.com/office/drawing/2014/main" val="752203541"/>
                  </a:ext>
                </a:extLst>
              </a:tr>
              <a:tr h="370840">
                <a:tc>
                  <a:txBody>
                    <a:bodyPr/>
                    <a:lstStyle/>
                    <a:p>
                      <a:r>
                        <a:rPr lang="vi-VN" dirty="0">
                          <a:latin typeface="Google Sans Code" panose="020B0509030502040204" pitchFamily="49" charset="-93"/>
                        </a:rPr>
                        <a:t>Tự đóng file</a:t>
                      </a:r>
                    </a:p>
                  </a:txBody>
                  <a:tcPr/>
                </a:tc>
                <a:tc>
                  <a:txBody>
                    <a:bodyPr/>
                    <a:lstStyle/>
                    <a:p>
                      <a:r>
                        <a:rPr lang="vi-VN" dirty="0">
                          <a:latin typeface="Google Sans Code" panose="020B0509030502040204" pitchFamily="49" charset="-93"/>
                        </a:rPr>
                        <a:t>Nếu quên close() thì lỗi</a:t>
                      </a:r>
                    </a:p>
                  </a:txBody>
                  <a:tcPr/>
                </a:tc>
                <a:tc>
                  <a:txBody>
                    <a:bodyPr/>
                    <a:lstStyle/>
                    <a:p>
                      <a:r>
                        <a:rPr lang="vi-VN" dirty="0">
                          <a:latin typeface="Google Sans Code" panose="020B0509030502040204" pitchFamily="49" charset="-93"/>
                        </a:rPr>
                        <a:t>Tự động luôn</a:t>
                      </a:r>
                    </a:p>
                  </a:txBody>
                  <a:tcPr/>
                </a:tc>
                <a:extLst>
                  <a:ext uri="{0D108BD9-81ED-4DB2-BD59-A6C34878D82A}">
                    <a16:rowId xmlns:a16="http://schemas.microsoft.com/office/drawing/2014/main" val="1629213977"/>
                  </a:ext>
                </a:extLst>
              </a:tr>
              <a:tr h="370840">
                <a:tc>
                  <a:txBody>
                    <a:bodyPr/>
                    <a:lstStyle/>
                    <a:p>
                      <a:r>
                        <a:rPr lang="vi-VN" dirty="0">
                          <a:latin typeface="Google Sans Code" panose="020B0509030502040204" pitchFamily="49" charset="-93"/>
                        </a:rPr>
                        <a:t>Xử lý lỗi nếu có</a:t>
                      </a:r>
                    </a:p>
                  </a:txBody>
                  <a:tcPr/>
                </a:tc>
                <a:tc>
                  <a:txBody>
                    <a:bodyPr/>
                    <a:lstStyle/>
                    <a:p>
                      <a:r>
                        <a:rPr lang="vi-VN" dirty="0">
                          <a:latin typeface="Google Sans Code" panose="020B0509030502040204" pitchFamily="49" charset="-93"/>
                        </a:rPr>
                        <a:t>Khó</a:t>
                      </a:r>
                    </a:p>
                  </a:txBody>
                  <a:tcPr/>
                </a:tc>
                <a:tc>
                  <a:txBody>
                    <a:bodyPr/>
                    <a:lstStyle/>
                    <a:p>
                      <a:r>
                        <a:rPr lang="vi-VN" dirty="0">
                          <a:latin typeface="Google Sans Code" panose="020B0509030502040204" pitchFamily="49" charset="-93"/>
                        </a:rPr>
                        <a:t>Có thể log lỗi trong __exit__</a:t>
                      </a:r>
                    </a:p>
                  </a:txBody>
                  <a:tcPr/>
                </a:tc>
                <a:extLst>
                  <a:ext uri="{0D108BD9-81ED-4DB2-BD59-A6C34878D82A}">
                    <a16:rowId xmlns:a16="http://schemas.microsoft.com/office/drawing/2014/main" val="451033730"/>
                  </a:ext>
                </a:extLst>
              </a:tr>
              <a:tr h="370840">
                <a:tc>
                  <a:txBody>
                    <a:bodyPr/>
                    <a:lstStyle/>
                    <a:p>
                      <a:r>
                        <a:rPr lang="vi-VN" dirty="0">
                          <a:latin typeface="Google Sans Code" panose="020B0509030502040204" pitchFamily="49" charset="-93"/>
                        </a:rPr>
                        <a:t>Dễ đọc, rõ cấu trúc</a:t>
                      </a:r>
                    </a:p>
                  </a:txBody>
                  <a:tcPr/>
                </a:tc>
                <a:tc>
                  <a:txBody>
                    <a:bodyPr/>
                    <a:lstStyle/>
                    <a:p>
                      <a:r>
                        <a:rPr lang="vi-VN" dirty="0">
                          <a:latin typeface="Google Sans Code" panose="020B0509030502040204" pitchFamily="49" charset="-93"/>
                        </a:rPr>
                        <a:t>Có thể lộn xộn </a:t>
                      </a:r>
                    </a:p>
                  </a:txBody>
                  <a:tcPr/>
                </a:tc>
                <a:tc>
                  <a:txBody>
                    <a:bodyPr/>
                    <a:lstStyle/>
                    <a:p>
                      <a:r>
                        <a:rPr lang="vi-VN" dirty="0">
                          <a:latin typeface="Google Sans Code" panose="020B0509030502040204" pitchFamily="49" charset="-93"/>
                        </a:rPr>
                        <a:t>Rất sạch và gọn</a:t>
                      </a:r>
                    </a:p>
                  </a:txBody>
                  <a:tcPr/>
                </a:tc>
                <a:extLst>
                  <a:ext uri="{0D108BD9-81ED-4DB2-BD59-A6C34878D82A}">
                    <a16:rowId xmlns:a16="http://schemas.microsoft.com/office/drawing/2014/main" val="3277780604"/>
                  </a:ext>
                </a:extLst>
              </a:tr>
              <a:tr h="370840">
                <a:tc>
                  <a:txBody>
                    <a:bodyPr/>
                    <a:lstStyle/>
                    <a:p>
                      <a:r>
                        <a:rPr lang="vi-VN" dirty="0">
                          <a:latin typeface="Google Sans Code" panose="020B0509030502040204" pitchFamily="49" charset="-93"/>
                        </a:rPr>
                        <a:t>Kết hợp với with</a:t>
                      </a:r>
                    </a:p>
                  </a:txBody>
                  <a:tcPr/>
                </a:tc>
                <a:tc>
                  <a:txBody>
                    <a:bodyPr/>
                    <a:lstStyle/>
                    <a:p>
                      <a:r>
                        <a:rPr lang="vi-VN" dirty="0">
                          <a:latin typeface="Google Sans Code" panose="020B0509030502040204" pitchFamily="49" charset="-93"/>
                        </a:rPr>
                        <a:t>Không được</a:t>
                      </a:r>
                    </a:p>
                  </a:txBody>
                  <a:tcPr/>
                </a:tc>
                <a:tc>
                  <a:txBody>
                    <a:bodyPr/>
                    <a:lstStyle/>
                    <a:p>
                      <a:r>
                        <a:rPr lang="vi-VN" dirty="0">
                          <a:latin typeface="Google Sans Code" panose="020B0509030502040204" pitchFamily="49" charset="-93"/>
                        </a:rPr>
                        <a:t>Được</a:t>
                      </a:r>
                    </a:p>
                  </a:txBody>
                  <a:tcPr/>
                </a:tc>
                <a:extLst>
                  <a:ext uri="{0D108BD9-81ED-4DB2-BD59-A6C34878D82A}">
                    <a16:rowId xmlns:a16="http://schemas.microsoft.com/office/drawing/2014/main" val="4206350434"/>
                  </a:ext>
                </a:extLst>
              </a:tr>
              <a:tr h="370840">
                <a:tc>
                  <a:txBody>
                    <a:bodyPr/>
                    <a:lstStyle/>
                    <a:p>
                      <a:r>
                        <a:rPr lang="vi-VN" dirty="0">
                          <a:latin typeface="Google Sans Code" panose="020B0509030502040204" pitchFamily="49" charset="-93"/>
                        </a:rPr>
                        <a:t>Có thể tái sử dụng </a:t>
                      </a:r>
                    </a:p>
                  </a:txBody>
                  <a:tcPr/>
                </a:tc>
                <a:tc>
                  <a:txBody>
                    <a:bodyPr/>
                    <a:lstStyle/>
                    <a:p>
                      <a:r>
                        <a:rPr lang="vi-VN" dirty="0">
                          <a:latin typeface="Google Sans Code" panose="020B0509030502040204" pitchFamily="49" charset="-93"/>
                        </a:rPr>
                        <a:t>Khó mở rộng</a:t>
                      </a:r>
                    </a:p>
                  </a:txBody>
                  <a:tcPr/>
                </a:tc>
                <a:tc>
                  <a:txBody>
                    <a:bodyPr/>
                    <a:lstStyle/>
                    <a:p>
                      <a:r>
                        <a:rPr lang="vi-VN" dirty="0">
                          <a:latin typeface="Google Sans Code" panose="020B0509030502040204" pitchFamily="49" charset="-93"/>
                        </a:rPr>
                        <a:t>Linh hoạt (qua class hoặc generator)</a:t>
                      </a:r>
                    </a:p>
                  </a:txBody>
                  <a:tcPr/>
                </a:tc>
                <a:extLst>
                  <a:ext uri="{0D108BD9-81ED-4DB2-BD59-A6C34878D82A}">
                    <a16:rowId xmlns:a16="http://schemas.microsoft.com/office/drawing/2014/main" val="3256747304"/>
                  </a:ext>
                </a:extLst>
              </a:tr>
            </a:tbl>
          </a:graphicData>
        </a:graphic>
      </p:graphicFrame>
    </p:spTree>
    <p:extLst>
      <p:ext uri="{BB962C8B-B14F-4D97-AF65-F5344CB8AC3E}">
        <p14:creationId xmlns:p14="http://schemas.microsoft.com/office/powerpoint/2010/main" val="682954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FC0D-DE80-E0FB-FB28-8C6584AD8A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E13F1C3-C1C7-346C-05F6-DFECED899219}"/>
              </a:ext>
            </a:extLst>
          </p:cNvPr>
          <p:cNvSpPr txBox="1">
            <a:spLocks noGrp="1"/>
          </p:cNvSpPr>
          <p:nvPr>
            <p:ph type="title"/>
          </p:nvPr>
        </p:nvSpPr>
        <p:spPr>
          <a:xfrm>
            <a:off x="480447" y="-412820"/>
            <a:ext cx="10515600" cy="1325563"/>
          </a:xfrm>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[2-</a:t>
            </a:r>
            <a:r>
              <a:rPr spc="-25" dirty="0"/>
              <a:t>2]</a:t>
            </a:r>
          </a:p>
        </p:txBody>
      </p:sp>
      <p:sp>
        <p:nvSpPr>
          <p:cNvPr id="11" name="object 11">
            <a:extLst>
              <a:ext uri="{FF2B5EF4-FFF2-40B4-BE49-F238E27FC236}">
                <a16:creationId xmlns:a16="http://schemas.microsoft.com/office/drawing/2014/main" id="{0730762F-0473-D15E-0173-6F6C9BF682B2}"/>
              </a:ext>
            </a:extLst>
          </p:cNvPr>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9</a:t>
            </a:fld>
            <a:endParaRPr spc="-25" dirty="0"/>
          </a:p>
        </p:txBody>
      </p:sp>
      <p:sp>
        <p:nvSpPr>
          <p:cNvPr id="12" name="object 12">
            <a:extLst>
              <a:ext uri="{FF2B5EF4-FFF2-40B4-BE49-F238E27FC236}">
                <a16:creationId xmlns:a16="http://schemas.microsoft.com/office/drawing/2014/main" id="{6603437B-C554-6025-6BEB-06D62D4A6B16}"/>
              </a:ext>
            </a:extLst>
          </p:cNvPr>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3" name="object 13">
            <a:extLst>
              <a:ext uri="{FF2B5EF4-FFF2-40B4-BE49-F238E27FC236}">
                <a16:creationId xmlns:a16="http://schemas.microsoft.com/office/drawing/2014/main" id="{DD30E470-3C92-10B8-1470-0891C2AFF78E}"/>
              </a:ext>
            </a:extLst>
          </p:cNvPr>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4" name="TextBox 3">
            <a:extLst>
              <a:ext uri="{FF2B5EF4-FFF2-40B4-BE49-F238E27FC236}">
                <a16:creationId xmlns:a16="http://schemas.microsoft.com/office/drawing/2014/main" id="{EF419692-ED83-197D-61B0-CAD87CA55634}"/>
              </a:ext>
            </a:extLst>
          </p:cNvPr>
          <p:cNvSpPr txBox="1"/>
          <p:nvPr/>
        </p:nvSpPr>
        <p:spPr>
          <a:xfrm>
            <a:off x="738156" y="1050073"/>
            <a:ext cx="10000182" cy="1961884"/>
          </a:xfrm>
          <a:prstGeom prst="rect">
            <a:avLst/>
          </a:prstGeom>
          <a:noFill/>
        </p:spPr>
        <p:txBody>
          <a:bodyPr wrap="square">
            <a:spAutoFit/>
          </a:bodyPr>
          <a:lstStyle/>
          <a:p>
            <a:pPr>
              <a:lnSpc>
                <a:spcPct val="150000"/>
              </a:lnSpc>
            </a:pPr>
            <a:r>
              <a:rPr lang="vi-VN" b="0" dirty="0">
                <a:solidFill>
                  <a:srgbClr val="795E26"/>
                </a:solidFill>
                <a:effectLst/>
                <a:latin typeface="Google Sans Code" panose="020B0509030502040204" pitchFamily="49" charset="-93"/>
                <a:cs typeface="Google Sans Code" panose="020B0509030502040204" pitchFamily="49" charset="-93"/>
              </a:rPr>
              <a:t>__init__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filename</a:t>
            </a:r>
            <a:r>
              <a:rPr lang="vi-VN" b="0" dirty="0">
                <a:solidFill>
                  <a:srgbClr val="000000"/>
                </a:solidFill>
                <a:effectLst/>
                <a:latin typeface="Google Sans Code" panose="020B0509030502040204" pitchFamily="49" charset="-93"/>
                <a:cs typeface="Google Sans Code" panose="020B0509030502040204" pitchFamily="49" charset="-93"/>
              </a:rPr>
              <a:t>): Tạo đối tượng, gán biến</a:t>
            </a:r>
          </a:p>
          <a:p>
            <a:pPr>
              <a:lnSpc>
                <a:spcPct val="150000"/>
              </a:lnSpc>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__enter__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Bắt đầu ngữ cảnh – mở file, thiết lập tài nguyên</a:t>
            </a:r>
          </a:p>
          <a:p>
            <a:pPr>
              <a:lnSpc>
                <a:spcPct val="150000"/>
              </a:lnSpc>
            </a:pPr>
            <a:r>
              <a:rPr lang="vi-VN" b="0" dirty="0">
                <a:solidFill>
                  <a:srgbClr val="795E26"/>
                </a:solidFill>
                <a:effectLst/>
                <a:latin typeface="Google Sans Code" panose="020B0509030502040204" pitchFamily="49" charset="-93"/>
                <a:cs typeface="Google Sans Code" panose="020B0509030502040204" pitchFamily="49" charset="-93"/>
              </a:rPr>
              <a:t>_</a:t>
            </a:r>
            <a:r>
              <a:rPr lang="en-US" b="0" dirty="0">
                <a:solidFill>
                  <a:srgbClr val="795E26"/>
                </a:solidFill>
                <a:effectLst/>
                <a:latin typeface="Google Sans Code" panose="020B0509030502040204" pitchFamily="49" charset="-93"/>
                <a:cs typeface="Google Sans Code" panose="020B0509030502040204" pitchFamily="49" charset="-93"/>
              </a:rPr>
              <a:t>__exit__</a:t>
            </a:r>
            <a:r>
              <a:rPr lang="en-US" b="0" dirty="0">
                <a:solidFill>
                  <a:srgbClr val="000000"/>
                </a:solidFill>
                <a:effectLst/>
                <a:latin typeface="Google Sans Code" panose="020B0509030502040204" pitchFamily="49" charset="-93"/>
                <a:cs typeface="Google Sans Code" panose="020B0509030502040204" pitchFamily="49" charset="-93"/>
              </a:rPr>
              <a:t>(</a:t>
            </a:r>
            <a:r>
              <a:rPr lang="en-US" b="0" dirty="0">
                <a:solidFill>
                  <a:srgbClr val="001080"/>
                </a:solidFill>
                <a:effectLst/>
                <a:latin typeface="Google Sans Code" panose="020B0509030502040204" pitchFamily="49" charset="-93"/>
                <a:cs typeface="Google Sans Code" panose="020B0509030502040204" pitchFamily="49" charset="-93"/>
              </a:rPr>
              <a:t>self</a:t>
            </a:r>
            <a:r>
              <a:rPr lang="en-US" b="0" dirty="0">
                <a:solidFill>
                  <a:srgbClr val="000000"/>
                </a:solidFill>
                <a:effectLst/>
                <a:latin typeface="Google Sans Code" panose="020B0509030502040204" pitchFamily="49" charset="-93"/>
                <a:cs typeface="Google Sans Code" panose="020B0509030502040204" pitchFamily="49" charset="-93"/>
              </a:rPr>
              <a:t>, </a:t>
            </a:r>
            <a:r>
              <a:rPr lang="en-US" b="0" dirty="0" err="1">
                <a:solidFill>
                  <a:srgbClr val="001080"/>
                </a:solidFill>
                <a:effectLst/>
                <a:latin typeface="Google Sans Code" panose="020B0509030502040204" pitchFamily="49" charset="-93"/>
                <a:cs typeface="Google Sans Code" panose="020B0509030502040204" pitchFamily="49" charset="-93"/>
              </a:rPr>
              <a:t>exc_type</a:t>
            </a:r>
            <a:r>
              <a:rPr lang="en-US" b="0" dirty="0">
                <a:solidFill>
                  <a:srgbClr val="000000"/>
                </a:solidFill>
                <a:effectLst/>
                <a:latin typeface="Google Sans Code" panose="020B0509030502040204" pitchFamily="49" charset="-93"/>
                <a:cs typeface="Google Sans Code" panose="020B0509030502040204" pitchFamily="49" charset="-93"/>
              </a:rPr>
              <a:t>, </a:t>
            </a:r>
            <a:r>
              <a:rPr lang="en-US" b="0" dirty="0" err="1">
                <a:solidFill>
                  <a:srgbClr val="001080"/>
                </a:solidFill>
                <a:effectLst/>
                <a:latin typeface="Google Sans Code" panose="020B0509030502040204" pitchFamily="49" charset="-93"/>
                <a:cs typeface="Google Sans Code" panose="020B0509030502040204" pitchFamily="49" charset="-93"/>
              </a:rPr>
              <a:t>exc_value</a:t>
            </a:r>
            <a:r>
              <a:rPr lang="en-US" b="0" dirty="0">
                <a:solidFill>
                  <a:srgbClr val="000000"/>
                </a:solidFill>
                <a:effectLst/>
                <a:latin typeface="Google Sans Code" panose="020B0509030502040204" pitchFamily="49" charset="-93"/>
                <a:cs typeface="Google Sans Code" panose="020B0509030502040204" pitchFamily="49" charset="-93"/>
              </a:rPr>
              <a:t>, </a:t>
            </a:r>
            <a:r>
              <a:rPr lang="en-US" b="0" dirty="0">
                <a:solidFill>
                  <a:srgbClr val="001080"/>
                </a:solidFill>
                <a:effectLst/>
                <a:latin typeface="Google Sans Code" panose="020B0509030502040204" pitchFamily="49" charset="-93"/>
                <a:cs typeface="Google Sans Code" panose="020B0509030502040204" pitchFamily="49" charset="-93"/>
              </a:rPr>
              <a:t>traceback</a:t>
            </a:r>
            <a:r>
              <a:rPr lang="en-US"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00"/>
                </a:solidFill>
                <a:effectLst/>
                <a:latin typeface="Google Sans Code" panose="020B0509030502040204" pitchFamily="49" charset="-93"/>
                <a:cs typeface="Google Sans Code" panose="020B0509030502040204" pitchFamily="49" charset="-93"/>
              </a:rPr>
              <a:t>Kết thúc ngữ cảnh – đóng file, rollback, log lỗi</a:t>
            </a:r>
            <a:endParaRPr lang="en-US" b="0" dirty="0">
              <a:solidFill>
                <a:srgbClr val="000000"/>
              </a:solidFill>
              <a:effectLst/>
              <a:latin typeface="Google Sans Code" panose="020B0509030502040204" pitchFamily="49" charset="-93"/>
              <a:cs typeface="Google Sans Code" panose="020B0509030502040204" pitchFamily="49" charset="-93"/>
            </a:endParaRPr>
          </a:p>
          <a:p>
            <a:pPr>
              <a:lnSpc>
                <a:spcPts val="1500"/>
              </a:lnSpc>
            </a:pPr>
            <a:endParaRPr lang="vi-VN" b="0" dirty="0">
              <a:solidFill>
                <a:srgbClr val="000000"/>
              </a:solidFill>
              <a:effectLst/>
              <a:latin typeface="Google Sans Code" panose="020B0509030502040204" pitchFamily="49" charset="-93"/>
              <a:cs typeface="Google Sans Code" panose="020B0509030502040204" pitchFamily="49" charset="-93"/>
            </a:endParaRPr>
          </a:p>
        </p:txBody>
      </p:sp>
      <p:graphicFrame>
        <p:nvGraphicFramePr>
          <p:cNvPr id="14" name="Table 13">
            <a:extLst>
              <a:ext uri="{FF2B5EF4-FFF2-40B4-BE49-F238E27FC236}">
                <a16:creationId xmlns:a16="http://schemas.microsoft.com/office/drawing/2014/main" id="{F7648E7C-4566-17EA-6E63-AA9233326368}"/>
              </a:ext>
            </a:extLst>
          </p:cNvPr>
          <p:cNvGraphicFramePr>
            <a:graphicFrameLocks noGrp="1"/>
          </p:cNvGraphicFramePr>
          <p:nvPr/>
        </p:nvGraphicFramePr>
        <p:xfrm>
          <a:off x="624448" y="3429000"/>
          <a:ext cx="11216342" cy="2763520"/>
        </p:xfrm>
        <a:graphic>
          <a:graphicData uri="http://schemas.openxmlformats.org/drawingml/2006/table">
            <a:tbl>
              <a:tblPr firstRow="1" bandRow="1">
                <a:tableStyleId>{3B4B98B0-60AC-42C2-AFA5-B58CD77FA1E5}</a:tableStyleId>
              </a:tblPr>
              <a:tblGrid>
                <a:gridCol w="3308338">
                  <a:extLst>
                    <a:ext uri="{9D8B030D-6E8A-4147-A177-3AD203B41FA5}">
                      <a16:colId xmlns:a16="http://schemas.microsoft.com/office/drawing/2014/main" val="2829147028"/>
                    </a:ext>
                  </a:extLst>
                </a:gridCol>
                <a:gridCol w="4083504">
                  <a:extLst>
                    <a:ext uri="{9D8B030D-6E8A-4147-A177-3AD203B41FA5}">
                      <a16:colId xmlns:a16="http://schemas.microsoft.com/office/drawing/2014/main" val="908093996"/>
                    </a:ext>
                  </a:extLst>
                </a:gridCol>
                <a:gridCol w="3824500">
                  <a:extLst>
                    <a:ext uri="{9D8B030D-6E8A-4147-A177-3AD203B41FA5}">
                      <a16:colId xmlns:a16="http://schemas.microsoft.com/office/drawing/2014/main" val="1117851110"/>
                    </a:ext>
                  </a:extLst>
                </a:gridCol>
              </a:tblGrid>
              <a:tr h="370840">
                <a:tc>
                  <a:txBody>
                    <a:bodyPr/>
                    <a:lstStyle/>
                    <a:p>
                      <a:r>
                        <a:rPr lang="vi-VN" dirty="0">
                          <a:latin typeface="Google Sans Code" panose="020B0509030502040204" pitchFamily="49" charset="-93"/>
                        </a:rPr>
                        <a:t>Tính năng </a:t>
                      </a:r>
                    </a:p>
                  </a:txBody>
                  <a:tcPr/>
                </a:tc>
                <a:tc>
                  <a:txBody>
                    <a:bodyPr/>
                    <a:lstStyle/>
                    <a:p>
                      <a:r>
                        <a:rPr lang="vi-VN" dirty="0">
                          <a:latin typeface="Google Sans Code" panose="020B0509030502040204" pitchFamily="49" charset="-93"/>
                        </a:rPr>
                        <a:t>Hàm thường</a:t>
                      </a:r>
                    </a:p>
                  </a:txBody>
                  <a:tcPr/>
                </a:tc>
                <a:tc>
                  <a:txBody>
                    <a:bodyPr/>
                    <a:lstStyle/>
                    <a:p>
                      <a:r>
                        <a:rPr lang="vi-VN" dirty="0">
                          <a:latin typeface="Google Sans Code" panose="020B0509030502040204" pitchFamily="49" charset="-93"/>
                        </a:rPr>
                        <a:t>Context Manager</a:t>
                      </a:r>
                    </a:p>
                  </a:txBody>
                  <a:tcPr/>
                </a:tc>
                <a:extLst>
                  <a:ext uri="{0D108BD9-81ED-4DB2-BD59-A6C34878D82A}">
                    <a16:rowId xmlns:a16="http://schemas.microsoft.com/office/drawing/2014/main" val="752203541"/>
                  </a:ext>
                </a:extLst>
              </a:tr>
              <a:tr h="370840">
                <a:tc>
                  <a:txBody>
                    <a:bodyPr/>
                    <a:lstStyle/>
                    <a:p>
                      <a:r>
                        <a:rPr lang="vi-VN" dirty="0">
                          <a:latin typeface="Google Sans Code" panose="020B0509030502040204" pitchFamily="49" charset="-93"/>
                        </a:rPr>
                        <a:t>Tự đóng file</a:t>
                      </a:r>
                    </a:p>
                  </a:txBody>
                  <a:tcPr/>
                </a:tc>
                <a:tc>
                  <a:txBody>
                    <a:bodyPr/>
                    <a:lstStyle/>
                    <a:p>
                      <a:r>
                        <a:rPr lang="vi-VN" dirty="0">
                          <a:latin typeface="Google Sans Code" panose="020B0509030502040204" pitchFamily="49" charset="-93"/>
                        </a:rPr>
                        <a:t>Nếu quên close() thì lỗi</a:t>
                      </a:r>
                    </a:p>
                  </a:txBody>
                  <a:tcPr/>
                </a:tc>
                <a:tc>
                  <a:txBody>
                    <a:bodyPr/>
                    <a:lstStyle/>
                    <a:p>
                      <a:r>
                        <a:rPr lang="vi-VN" dirty="0">
                          <a:latin typeface="Google Sans Code" panose="020B0509030502040204" pitchFamily="49" charset="-93"/>
                        </a:rPr>
                        <a:t>Tự động luôn</a:t>
                      </a:r>
                    </a:p>
                  </a:txBody>
                  <a:tcPr/>
                </a:tc>
                <a:extLst>
                  <a:ext uri="{0D108BD9-81ED-4DB2-BD59-A6C34878D82A}">
                    <a16:rowId xmlns:a16="http://schemas.microsoft.com/office/drawing/2014/main" val="1629213977"/>
                  </a:ext>
                </a:extLst>
              </a:tr>
              <a:tr h="370840">
                <a:tc>
                  <a:txBody>
                    <a:bodyPr/>
                    <a:lstStyle/>
                    <a:p>
                      <a:r>
                        <a:rPr lang="vi-VN" dirty="0">
                          <a:latin typeface="Google Sans Code" panose="020B0509030502040204" pitchFamily="49" charset="-93"/>
                        </a:rPr>
                        <a:t>Xử lý lỗi nếu có</a:t>
                      </a:r>
                    </a:p>
                  </a:txBody>
                  <a:tcPr/>
                </a:tc>
                <a:tc>
                  <a:txBody>
                    <a:bodyPr/>
                    <a:lstStyle/>
                    <a:p>
                      <a:r>
                        <a:rPr lang="vi-VN" dirty="0">
                          <a:latin typeface="Google Sans Code" panose="020B0509030502040204" pitchFamily="49" charset="-93"/>
                        </a:rPr>
                        <a:t>Khó</a:t>
                      </a:r>
                    </a:p>
                  </a:txBody>
                  <a:tcPr/>
                </a:tc>
                <a:tc>
                  <a:txBody>
                    <a:bodyPr/>
                    <a:lstStyle/>
                    <a:p>
                      <a:r>
                        <a:rPr lang="vi-VN" dirty="0">
                          <a:latin typeface="Google Sans Code" panose="020B0509030502040204" pitchFamily="49" charset="-93"/>
                        </a:rPr>
                        <a:t>Có thể log lỗi trong __exit__</a:t>
                      </a:r>
                    </a:p>
                  </a:txBody>
                  <a:tcPr/>
                </a:tc>
                <a:extLst>
                  <a:ext uri="{0D108BD9-81ED-4DB2-BD59-A6C34878D82A}">
                    <a16:rowId xmlns:a16="http://schemas.microsoft.com/office/drawing/2014/main" val="451033730"/>
                  </a:ext>
                </a:extLst>
              </a:tr>
              <a:tr h="370840">
                <a:tc>
                  <a:txBody>
                    <a:bodyPr/>
                    <a:lstStyle/>
                    <a:p>
                      <a:r>
                        <a:rPr lang="vi-VN" dirty="0">
                          <a:latin typeface="Google Sans Code" panose="020B0509030502040204" pitchFamily="49" charset="-93"/>
                        </a:rPr>
                        <a:t>Dễ đọc, rõ cấu trúc</a:t>
                      </a:r>
                    </a:p>
                  </a:txBody>
                  <a:tcPr/>
                </a:tc>
                <a:tc>
                  <a:txBody>
                    <a:bodyPr/>
                    <a:lstStyle/>
                    <a:p>
                      <a:r>
                        <a:rPr lang="vi-VN" dirty="0">
                          <a:latin typeface="Google Sans Code" panose="020B0509030502040204" pitchFamily="49" charset="-93"/>
                        </a:rPr>
                        <a:t>Có thể lộn xộn </a:t>
                      </a:r>
                    </a:p>
                  </a:txBody>
                  <a:tcPr/>
                </a:tc>
                <a:tc>
                  <a:txBody>
                    <a:bodyPr/>
                    <a:lstStyle/>
                    <a:p>
                      <a:r>
                        <a:rPr lang="vi-VN" dirty="0">
                          <a:latin typeface="Google Sans Code" panose="020B0509030502040204" pitchFamily="49" charset="-93"/>
                        </a:rPr>
                        <a:t>Rất sạch và gọn</a:t>
                      </a:r>
                    </a:p>
                  </a:txBody>
                  <a:tcPr/>
                </a:tc>
                <a:extLst>
                  <a:ext uri="{0D108BD9-81ED-4DB2-BD59-A6C34878D82A}">
                    <a16:rowId xmlns:a16="http://schemas.microsoft.com/office/drawing/2014/main" val="3277780604"/>
                  </a:ext>
                </a:extLst>
              </a:tr>
              <a:tr h="370840">
                <a:tc>
                  <a:txBody>
                    <a:bodyPr/>
                    <a:lstStyle/>
                    <a:p>
                      <a:r>
                        <a:rPr lang="vi-VN" dirty="0">
                          <a:latin typeface="Google Sans Code" panose="020B0509030502040204" pitchFamily="49" charset="-93"/>
                        </a:rPr>
                        <a:t>Kết hợp với with</a:t>
                      </a:r>
                    </a:p>
                  </a:txBody>
                  <a:tcPr/>
                </a:tc>
                <a:tc>
                  <a:txBody>
                    <a:bodyPr/>
                    <a:lstStyle/>
                    <a:p>
                      <a:r>
                        <a:rPr lang="vi-VN" dirty="0">
                          <a:latin typeface="Google Sans Code" panose="020B0509030502040204" pitchFamily="49" charset="-93"/>
                        </a:rPr>
                        <a:t>Không được</a:t>
                      </a:r>
                    </a:p>
                  </a:txBody>
                  <a:tcPr/>
                </a:tc>
                <a:tc>
                  <a:txBody>
                    <a:bodyPr/>
                    <a:lstStyle/>
                    <a:p>
                      <a:r>
                        <a:rPr lang="vi-VN" dirty="0">
                          <a:latin typeface="Google Sans Code" panose="020B0509030502040204" pitchFamily="49" charset="-93"/>
                        </a:rPr>
                        <a:t>Được</a:t>
                      </a:r>
                    </a:p>
                  </a:txBody>
                  <a:tcPr/>
                </a:tc>
                <a:extLst>
                  <a:ext uri="{0D108BD9-81ED-4DB2-BD59-A6C34878D82A}">
                    <a16:rowId xmlns:a16="http://schemas.microsoft.com/office/drawing/2014/main" val="4206350434"/>
                  </a:ext>
                </a:extLst>
              </a:tr>
              <a:tr h="370840">
                <a:tc>
                  <a:txBody>
                    <a:bodyPr/>
                    <a:lstStyle/>
                    <a:p>
                      <a:r>
                        <a:rPr lang="vi-VN" dirty="0">
                          <a:latin typeface="Google Sans Code" panose="020B0509030502040204" pitchFamily="49" charset="-93"/>
                        </a:rPr>
                        <a:t>Có thể tái sử dụng </a:t>
                      </a:r>
                    </a:p>
                  </a:txBody>
                  <a:tcPr/>
                </a:tc>
                <a:tc>
                  <a:txBody>
                    <a:bodyPr/>
                    <a:lstStyle/>
                    <a:p>
                      <a:r>
                        <a:rPr lang="vi-VN" dirty="0">
                          <a:latin typeface="Google Sans Code" panose="020B0509030502040204" pitchFamily="49" charset="-93"/>
                        </a:rPr>
                        <a:t>Khó mở rộng</a:t>
                      </a:r>
                    </a:p>
                  </a:txBody>
                  <a:tcPr/>
                </a:tc>
                <a:tc>
                  <a:txBody>
                    <a:bodyPr/>
                    <a:lstStyle/>
                    <a:p>
                      <a:r>
                        <a:rPr lang="vi-VN" dirty="0">
                          <a:latin typeface="Google Sans Code" panose="020B0509030502040204" pitchFamily="49" charset="-93"/>
                        </a:rPr>
                        <a:t>Linh hoạt (qua class hoặc generator)</a:t>
                      </a:r>
                    </a:p>
                  </a:txBody>
                  <a:tcPr/>
                </a:tc>
                <a:extLst>
                  <a:ext uri="{0D108BD9-81ED-4DB2-BD59-A6C34878D82A}">
                    <a16:rowId xmlns:a16="http://schemas.microsoft.com/office/drawing/2014/main" val="3256747304"/>
                  </a:ext>
                </a:extLst>
              </a:tr>
            </a:tbl>
          </a:graphicData>
        </a:graphic>
      </p:graphicFrame>
    </p:spTree>
    <p:extLst>
      <p:ext uri="{BB962C8B-B14F-4D97-AF65-F5344CB8AC3E}">
        <p14:creationId xmlns:p14="http://schemas.microsoft.com/office/powerpoint/2010/main" val="4205964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A99C4-ECD2-BF14-F569-58B46C3F5C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92EF37-8F75-BF47-88FC-A7CCF8AAAEE4}"/>
              </a:ext>
            </a:extLst>
          </p:cNvPr>
          <p:cNvSpPr txBox="1">
            <a:spLocks noGrp="1"/>
          </p:cNvSpPr>
          <p:nvPr>
            <p:ph type="title"/>
          </p:nvPr>
        </p:nvSpPr>
        <p:spPr>
          <a:xfrm>
            <a:off x="480447" y="-412820"/>
            <a:ext cx="10515600" cy="1325563"/>
          </a:xfrm>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[2-</a:t>
            </a:r>
            <a:r>
              <a:rPr spc="-25" dirty="0"/>
              <a:t>2]</a:t>
            </a:r>
          </a:p>
        </p:txBody>
      </p:sp>
      <p:sp>
        <p:nvSpPr>
          <p:cNvPr id="11" name="object 11">
            <a:extLst>
              <a:ext uri="{FF2B5EF4-FFF2-40B4-BE49-F238E27FC236}">
                <a16:creationId xmlns:a16="http://schemas.microsoft.com/office/drawing/2014/main" id="{A51BEF79-2142-B83C-7382-26DE6B7781E8}"/>
              </a:ext>
            </a:extLst>
          </p:cNvPr>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10</a:t>
            </a:fld>
            <a:endParaRPr spc="-25" dirty="0"/>
          </a:p>
        </p:txBody>
      </p:sp>
      <p:sp>
        <p:nvSpPr>
          <p:cNvPr id="12" name="object 12">
            <a:extLst>
              <a:ext uri="{FF2B5EF4-FFF2-40B4-BE49-F238E27FC236}">
                <a16:creationId xmlns:a16="http://schemas.microsoft.com/office/drawing/2014/main" id="{E52CB2A6-69AA-B806-2E7F-9D7C142AD770}"/>
              </a:ext>
            </a:extLst>
          </p:cNvPr>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3" name="object 13">
            <a:extLst>
              <a:ext uri="{FF2B5EF4-FFF2-40B4-BE49-F238E27FC236}">
                <a16:creationId xmlns:a16="http://schemas.microsoft.com/office/drawing/2014/main" id="{B6578CC7-273A-8B9A-CB34-788057708D42}"/>
              </a:ext>
            </a:extLst>
          </p:cNvPr>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4" name="TextBox 3">
            <a:extLst>
              <a:ext uri="{FF2B5EF4-FFF2-40B4-BE49-F238E27FC236}">
                <a16:creationId xmlns:a16="http://schemas.microsoft.com/office/drawing/2014/main" id="{A92E0D1B-1F2E-6ED0-0A62-18EFC84DC975}"/>
              </a:ext>
            </a:extLst>
          </p:cNvPr>
          <p:cNvSpPr txBox="1"/>
          <p:nvPr/>
        </p:nvSpPr>
        <p:spPr>
          <a:xfrm>
            <a:off x="92115" y="912743"/>
            <a:ext cx="13033576" cy="6463308"/>
          </a:xfrm>
          <a:prstGeom prst="rect">
            <a:avLst/>
          </a:prstGeom>
          <a:noFill/>
        </p:spPr>
        <p:txBody>
          <a:bodyPr wrap="square">
            <a:spAutoFit/>
          </a:bodyPr>
          <a:lstStyle/>
          <a:p>
            <a:pPr>
              <a:buNone/>
            </a:pPr>
            <a:r>
              <a:rPr lang="vi-VN" b="0" dirty="0">
                <a:solidFill>
                  <a:srgbClr val="0000FF"/>
                </a:solidFill>
                <a:effectLst/>
                <a:latin typeface="Google Sans Code" panose="020B0509030502040204" pitchFamily="49" charset="-93"/>
                <a:cs typeface="Google Sans Code" panose="020B0509030502040204" pitchFamily="49" charset="-93"/>
              </a:rPr>
              <a:t>class</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267F99"/>
                </a:solidFill>
                <a:effectLst/>
                <a:latin typeface="Google Sans Code" panose="020B0509030502040204" pitchFamily="49" charset="-93"/>
                <a:cs typeface="Google Sans Code" panose="020B0509030502040204" pitchFamily="49" charset="-93"/>
              </a:rPr>
              <a:t>LoggerContext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__init__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log_filename</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log_filename</a:t>
            </a:r>
            <a:r>
              <a:rPr lang="vi-VN" b="0" dirty="0">
                <a:solidFill>
                  <a:srgbClr val="000000"/>
                </a:solidFill>
                <a:effectLst/>
                <a:latin typeface="Google Sans Code" panose="020B0509030502040204" pitchFamily="49" charset="-93"/>
                <a:cs typeface="Google Sans Code" panose="020B0509030502040204" pitchFamily="49" charset="-93"/>
              </a:rPr>
              <a:t> = </a:t>
            </a:r>
            <a:r>
              <a:rPr lang="vi-VN" b="0" dirty="0">
                <a:solidFill>
                  <a:srgbClr val="001080"/>
                </a:solidFill>
                <a:effectLst/>
                <a:latin typeface="Google Sans Code" panose="020B0509030502040204" pitchFamily="49" charset="-93"/>
                <a:cs typeface="Google Sans Code" panose="020B0509030502040204" pitchFamily="49" charset="-93"/>
              </a:rPr>
              <a:t>log_filename</a:t>
            </a:r>
            <a:endParaRPr lang="vi-VN" b="0" dirty="0">
              <a:solidFill>
                <a:srgbClr val="000000"/>
              </a:solidFill>
              <a:effectLst/>
              <a:latin typeface="Google Sans Code" panose="020B0509030502040204" pitchFamily="49" charset="-93"/>
              <a:cs typeface="Google Sans Code" panose="020B0509030502040204" pitchFamily="49" charset="-93"/>
            </a:endParaRP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context_generator</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 = </a:t>
            </a:r>
            <a:r>
              <a:rPr lang="vi-VN" b="0" dirty="0">
                <a:solidFill>
                  <a:srgbClr val="795E26"/>
                </a:solidFill>
                <a:effectLst/>
                <a:latin typeface="Google Sans Code" panose="020B0509030502040204" pitchFamily="49" charset="-93"/>
                <a:cs typeface="Google Sans Code" panose="020B0509030502040204" pitchFamily="49" charset="-93"/>
              </a:rPr>
              <a:t>open</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log_filename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31515"/>
                </a:solidFill>
                <a:effectLst/>
                <a:latin typeface="Google Sans Code" panose="020B0509030502040204" pitchFamily="49" charset="-93"/>
                <a:cs typeface="Google Sans Code" panose="020B0509030502040204" pitchFamily="49" charset="-93"/>
              </a:rPr>
              <a:t>"a"</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encoding</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"utf-8"</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Bắt đầu xử lý dữ liệu học sinh</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print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Mở file log"</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try</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yield</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8000"/>
                </a:solidFill>
                <a:effectLst/>
                <a:latin typeface="Google Sans Code" panose="020B0509030502040204" pitchFamily="49" charset="-93"/>
                <a:cs typeface="Google Sans Code" panose="020B0509030502040204" pitchFamily="49" charset="-93"/>
              </a:rPr>
              <a:t># Trả file để sử dụng trong with</a:t>
            </a:r>
            <a:endParaRPr lang="vi-VN" b="0" dirty="0">
              <a:solidFill>
                <a:srgbClr val="000000"/>
              </a:solidFill>
              <a:effectLst/>
              <a:latin typeface="Google Sans Code" panose="020B0509030502040204" pitchFamily="49" charset="-93"/>
              <a:cs typeface="Google Sans Code" panose="020B0509030502040204" pitchFamily="49" charset="-93"/>
            </a:endParaRP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finally</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Kết thúc xử lý</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close</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print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Đóng file log"</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br>
              <a:rPr lang="vi-VN" b="0" dirty="0">
                <a:solidFill>
                  <a:srgbClr val="000000"/>
                </a:solidFill>
                <a:effectLst/>
                <a:latin typeface="Google Sans Code" panose="020B0509030502040204" pitchFamily="49" charset="-93"/>
                <a:cs typeface="Google Sans Code" panose="020B0509030502040204" pitchFamily="49" charset="-93"/>
              </a:rPr>
            </a:b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__enter__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context</a:t>
            </a:r>
            <a:r>
              <a:rPr lang="vi-VN" b="0" dirty="0">
                <a:solidFill>
                  <a:srgbClr val="000000"/>
                </a:solidFill>
                <a:effectLst/>
                <a:latin typeface="Google Sans Code" panose="020B0509030502040204" pitchFamily="49" charset="-93"/>
                <a:cs typeface="Google Sans Code" panose="020B0509030502040204" pitchFamily="49" charset="-93"/>
              </a:rPr>
              <a:t> = </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context_generator</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return</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next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context</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br>
              <a:rPr lang="vi-VN" b="0" dirty="0">
                <a:solidFill>
                  <a:srgbClr val="000000"/>
                </a:solidFill>
                <a:effectLst/>
                <a:latin typeface="Google Sans Code" panose="020B0509030502040204" pitchFamily="49" charset="-93"/>
                <a:cs typeface="Google Sans Code" panose="020B0509030502040204" pitchFamily="49" charset="-93"/>
              </a:rPr>
            </a:b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def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__exit__</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exc_type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exc_value</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traceback</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795E26"/>
                </a:solidFill>
                <a:effectLst/>
                <a:latin typeface="Google Sans Code" panose="020B0509030502040204" pitchFamily="49" charset="-93"/>
                <a:cs typeface="Google Sans Code" panose="020B0509030502040204" pitchFamily="49" charset="-93"/>
              </a:rPr>
              <a:t>next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self</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001080"/>
                </a:solidFill>
                <a:effectLst/>
                <a:latin typeface="Google Sans Code" panose="020B0509030502040204" pitchFamily="49" charset="-93"/>
                <a:cs typeface="Google Sans Code" panose="020B0509030502040204" pitchFamily="49" charset="-93"/>
              </a:rPr>
              <a:t>context</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00FF"/>
                </a:solidFill>
                <a:effectLst/>
                <a:latin typeface="Google Sans Code" panose="020B0509030502040204" pitchFamily="49" charset="-93"/>
                <a:cs typeface="Google Sans Code" panose="020B0509030502040204" pitchFamily="49" charset="-93"/>
              </a:rPr>
              <a:t>None</a:t>
            </a:r>
            <a:r>
              <a:rPr lang="vi-VN" b="0" dirty="0">
                <a:solidFill>
                  <a:srgbClr val="000000"/>
                </a:solidFill>
                <a:effectLst/>
                <a:latin typeface="Google Sans Code" panose="020B0509030502040204" pitchFamily="49" charset="-93"/>
                <a:cs typeface="Google Sans Code" panose="020B0509030502040204" pitchFamily="49" charset="-93"/>
              </a:rPr>
              <a:t>)</a:t>
            </a:r>
          </a:p>
          <a:p>
            <a:br>
              <a:rPr lang="vi-VN" b="0" dirty="0">
                <a:solidFill>
                  <a:srgbClr val="000000"/>
                </a:solidFill>
                <a:effectLst/>
                <a:latin typeface="Google Sans Code" panose="020B0509030502040204" pitchFamily="49" charset="-93"/>
                <a:cs typeface="Google Sans Code" panose="020B0509030502040204" pitchFamily="49" charset="-93"/>
              </a:rPr>
            </a:br>
            <a:endParaRPr lang="vi-VN" b="0" dirty="0">
              <a:solidFill>
                <a:srgbClr val="000000"/>
              </a:solidFill>
              <a:effectLst/>
              <a:latin typeface="Google Sans Code" panose="020B0509030502040204" pitchFamily="49" charset="-93"/>
              <a:cs typeface="Google Sans Code" panose="020B0509030502040204" pitchFamily="49" charset="-93"/>
            </a:endParaRPr>
          </a:p>
        </p:txBody>
      </p:sp>
    </p:spTree>
    <p:extLst>
      <p:ext uri="{BB962C8B-B14F-4D97-AF65-F5344CB8AC3E}">
        <p14:creationId xmlns:p14="http://schemas.microsoft.com/office/powerpoint/2010/main" val="60387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8CB97-6224-18A7-D423-7567AA7B95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6E7011-BA93-62F9-97B4-52DD107194E3}"/>
              </a:ext>
            </a:extLst>
          </p:cNvPr>
          <p:cNvSpPr txBox="1">
            <a:spLocks noGrp="1"/>
          </p:cNvSpPr>
          <p:nvPr>
            <p:ph type="title"/>
          </p:nvPr>
        </p:nvSpPr>
        <p:spPr>
          <a:xfrm>
            <a:off x="480447" y="-412820"/>
            <a:ext cx="10515600" cy="1325563"/>
          </a:xfrm>
          <a:prstGeom prst="rect">
            <a:avLst/>
          </a:prstGeom>
        </p:spPr>
        <p:txBody>
          <a:bodyPr vert="horz" wrap="square" lIns="0" tIns="634492" rIns="0" bIns="0" rtlCol="0">
            <a:spAutoFit/>
          </a:bodyPr>
          <a:lstStyle/>
          <a:p>
            <a:pPr marL="12700">
              <a:lnSpc>
                <a:spcPct val="100000"/>
              </a:lnSpc>
              <a:spcBef>
                <a:spcPts val="100"/>
              </a:spcBef>
            </a:pPr>
            <a:r>
              <a:rPr dirty="0"/>
              <a:t>Context</a:t>
            </a:r>
            <a:r>
              <a:rPr spc="-90" dirty="0"/>
              <a:t> </a:t>
            </a:r>
            <a:r>
              <a:rPr spc="65" dirty="0"/>
              <a:t>Managers</a:t>
            </a:r>
            <a:r>
              <a:rPr spc="-45" dirty="0"/>
              <a:t> </a:t>
            </a:r>
            <a:r>
              <a:rPr spc="70" dirty="0"/>
              <a:t>[2-</a:t>
            </a:r>
            <a:r>
              <a:rPr spc="-25" dirty="0"/>
              <a:t>2]</a:t>
            </a:r>
          </a:p>
        </p:txBody>
      </p:sp>
      <p:sp>
        <p:nvSpPr>
          <p:cNvPr id="11" name="object 11">
            <a:extLst>
              <a:ext uri="{FF2B5EF4-FFF2-40B4-BE49-F238E27FC236}">
                <a16:creationId xmlns:a16="http://schemas.microsoft.com/office/drawing/2014/main" id="{518700D6-1A22-F566-D691-CAB9DA0E2B47}"/>
              </a:ext>
            </a:extLst>
          </p:cNvPr>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11</a:t>
            </a:fld>
            <a:endParaRPr spc="-25" dirty="0"/>
          </a:p>
        </p:txBody>
      </p:sp>
      <p:sp>
        <p:nvSpPr>
          <p:cNvPr id="12" name="object 12">
            <a:extLst>
              <a:ext uri="{FF2B5EF4-FFF2-40B4-BE49-F238E27FC236}">
                <a16:creationId xmlns:a16="http://schemas.microsoft.com/office/drawing/2014/main" id="{4CB6C98F-E2B2-E14F-E3A9-86C0BBEE81DE}"/>
              </a:ext>
            </a:extLst>
          </p:cNvPr>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3" name="object 13">
            <a:extLst>
              <a:ext uri="{FF2B5EF4-FFF2-40B4-BE49-F238E27FC236}">
                <a16:creationId xmlns:a16="http://schemas.microsoft.com/office/drawing/2014/main" id="{3EAD46AC-FE6C-0D44-BB10-D7652A0E8121}"/>
              </a:ext>
            </a:extLst>
          </p:cNvPr>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4" name="TextBox 3">
            <a:extLst>
              <a:ext uri="{FF2B5EF4-FFF2-40B4-BE49-F238E27FC236}">
                <a16:creationId xmlns:a16="http://schemas.microsoft.com/office/drawing/2014/main" id="{695CCC41-32A9-1BDD-C94A-8C391E67D9D7}"/>
              </a:ext>
            </a:extLst>
          </p:cNvPr>
          <p:cNvSpPr txBox="1"/>
          <p:nvPr/>
        </p:nvSpPr>
        <p:spPr>
          <a:xfrm>
            <a:off x="480447" y="2440601"/>
            <a:ext cx="13033576" cy="1200329"/>
          </a:xfrm>
          <a:prstGeom prst="rect">
            <a:avLst/>
          </a:prstGeom>
          <a:noFill/>
        </p:spPr>
        <p:txBody>
          <a:bodyPr wrap="square">
            <a:spAutoFit/>
          </a:bodyPr>
          <a:lstStyle/>
          <a:p>
            <a:pPr>
              <a:buNone/>
            </a:pPr>
            <a:r>
              <a:rPr lang="vi-VN" b="0" dirty="0">
                <a:solidFill>
                  <a:srgbClr val="008000"/>
                </a:solidFill>
                <a:effectLst/>
                <a:latin typeface="Google Sans Code" panose="020B0509030502040204" pitchFamily="49" charset="-93"/>
                <a:cs typeface="Google Sans Code" panose="020B0509030502040204" pitchFamily="49" charset="-93"/>
              </a:rPr>
              <a:t># 🧪 Sử dụng context manager để ghi log khi xử lý dữ liệu</a:t>
            </a:r>
            <a:endParaRPr lang="vi-VN" b="0" dirty="0">
              <a:solidFill>
                <a:srgbClr val="000000"/>
              </a:solidFill>
              <a:effectLst/>
              <a:latin typeface="Google Sans Code" panose="020B0509030502040204" pitchFamily="49" charset="-93"/>
              <a:cs typeface="Google Sans Code" panose="020B0509030502040204" pitchFamily="49" charset="-93"/>
            </a:endParaRPr>
          </a:p>
          <a:p>
            <a:pPr>
              <a:buNone/>
            </a:pPr>
            <a:r>
              <a:rPr lang="vi-VN" b="0" dirty="0">
                <a:solidFill>
                  <a:srgbClr val="AF00DB"/>
                </a:solidFill>
                <a:effectLst/>
                <a:latin typeface="Google Sans Code" panose="020B0509030502040204" pitchFamily="49" charset="-93"/>
                <a:cs typeface="Google Sans Code" panose="020B0509030502040204" pitchFamily="49" charset="-93"/>
              </a:rPr>
              <a:t>with</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267F99"/>
                </a:solidFill>
                <a:effectLst/>
                <a:latin typeface="Google Sans Code" panose="020B0509030502040204" pitchFamily="49" charset="-93"/>
                <a:cs typeface="Google Sans Code" panose="020B0509030502040204" pitchFamily="49" charset="-93"/>
              </a:rPr>
              <a:t>LoggerContext</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"log.txt"</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AF00DB"/>
                </a:solidFill>
                <a:effectLst/>
                <a:latin typeface="Google Sans Code" panose="020B0509030502040204" pitchFamily="49" charset="-93"/>
                <a:cs typeface="Google Sans Code" panose="020B0509030502040204" pitchFamily="49" charset="-93"/>
              </a:rPr>
              <a:t>as</a:t>
            </a: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a:t>
            </a:r>
            <a:r>
              <a:rPr lang="vi-VN" b="0" dirty="0">
                <a:solidFill>
                  <a:srgbClr val="000000"/>
                </a:solidFill>
                <a:effectLst/>
                <a:latin typeface="Google Sans Code" panose="020B0509030502040204" pitchFamily="49" charset="-93"/>
                <a:cs typeface="Google Sans Code" panose="020B0509030502040204" pitchFamily="49" charset="-93"/>
              </a:rPr>
              <a:t>:</a:t>
            </a:r>
          </a:p>
          <a:p>
            <a:pPr>
              <a:buNone/>
            </a:pPr>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Đang đọc dữ liệu học sinh...</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a:p>
            <a:r>
              <a:rPr lang="vi-VN" b="0" dirty="0">
                <a:solidFill>
                  <a:srgbClr val="000000"/>
                </a:solidFill>
                <a:effectLst/>
                <a:latin typeface="Google Sans Code" panose="020B0509030502040204" pitchFamily="49" charset="-93"/>
                <a:cs typeface="Google Sans Code" panose="020B0509030502040204" pitchFamily="49" charset="-93"/>
              </a:rPr>
              <a:t>    </a:t>
            </a:r>
            <a:r>
              <a:rPr lang="vi-VN" b="0" dirty="0">
                <a:solidFill>
                  <a:srgbClr val="001080"/>
                </a:solidFill>
                <a:effectLst/>
                <a:latin typeface="Google Sans Code" panose="020B0509030502040204" pitchFamily="49" charset="-93"/>
                <a:cs typeface="Google Sans Code" panose="020B0509030502040204" pitchFamily="49" charset="-93"/>
              </a:rPr>
              <a:t>log_file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795E26"/>
                </a:solidFill>
                <a:effectLst/>
                <a:latin typeface="Google Sans Code" panose="020B0509030502040204" pitchFamily="49" charset="-93"/>
                <a:cs typeface="Google Sans Code" panose="020B0509030502040204" pitchFamily="49" charset="-93"/>
              </a:rPr>
              <a:t>write</a:t>
            </a:r>
            <a:r>
              <a:rPr lang="vi-VN" b="0" dirty="0">
                <a:solidFill>
                  <a:srgbClr val="000000"/>
                </a:solidFill>
                <a:effectLst/>
                <a:latin typeface="Google Sans Code" panose="020B0509030502040204" pitchFamily="49" charset="-93"/>
                <a:cs typeface="Google Sans Code" panose="020B0509030502040204" pitchFamily="49" charset="-93"/>
              </a:rPr>
              <a:t>(</a:t>
            </a:r>
            <a:r>
              <a:rPr lang="vi-VN" b="0" dirty="0">
                <a:solidFill>
                  <a:srgbClr val="A31515"/>
                </a:solidFill>
                <a:effectLst/>
                <a:latin typeface="Google Sans Code" panose="020B0509030502040204" pitchFamily="49" charset="-93"/>
                <a:cs typeface="Google Sans Code" panose="020B0509030502040204" pitchFamily="49" charset="-93"/>
              </a:rPr>
              <a:t>"🎓 Phân tích xong danh sách học sinh giỏi.</a:t>
            </a:r>
            <a:r>
              <a:rPr lang="vi-VN" b="0" dirty="0">
                <a:solidFill>
                  <a:srgbClr val="EE0000"/>
                </a:solidFill>
                <a:effectLst/>
                <a:latin typeface="Google Sans Code" panose="020B0509030502040204" pitchFamily="49" charset="-93"/>
                <a:cs typeface="Google Sans Code" panose="020B0509030502040204" pitchFamily="49" charset="-93"/>
              </a:rPr>
              <a:t>\n</a:t>
            </a:r>
            <a:r>
              <a:rPr lang="vi-VN" b="0" dirty="0">
                <a:solidFill>
                  <a:srgbClr val="A31515"/>
                </a:solidFill>
                <a:effectLst/>
                <a:latin typeface="Google Sans Code" panose="020B0509030502040204" pitchFamily="49" charset="-93"/>
                <a:cs typeface="Google Sans Code" panose="020B0509030502040204" pitchFamily="49" charset="-93"/>
              </a:rPr>
              <a:t>"</a:t>
            </a:r>
            <a:r>
              <a:rPr lang="vi-VN" b="0" dirty="0">
                <a:solidFill>
                  <a:srgbClr val="000000"/>
                </a:solidFill>
                <a:effectLst/>
                <a:latin typeface="Google Sans Code" panose="020B0509030502040204" pitchFamily="49" charset="-93"/>
                <a:cs typeface="Google Sans Code" panose="020B0509030502040204" pitchFamily="49" charset="-93"/>
              </a:rPr>
              <a:t>)</a:t>
            </a:r>
          </a:p>
        </p:txBody>
      </p:sp>
    </p:spTree>
    <p:extLst>
      <p:ext uri="{BB962C8B-B14F-4D97-AF65-F5344CB8AC3E}">
        <p14:creationId xmlns:p14="http://schemas.microsoft.com/office/powerpoint/2010/main" val="3641778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40" dirty="0"/>
              <a:t>Decorators</a:t>
            </a:r>
          </a:p>
        </p:txBody>
      </p:sp>
      <p:sp>
        <p:nvSpPr>
          <p:cNvPr id="3" name="object 3"/>
          <p:cNvSpPr/>
          <p:nvPr/>
        </p:nvSpPr>
        <p:spPr>
          <a:xfrm>
            <a:off x="1548002" y="2494407"/>
            <a:ext cx="6448425" cy="897255"/>
          </a:xfrm>
          <a:custGeom>
            <a:avLst/>
            <a:gdLst/>
            <a:ahLst/>
            <a:cxnLst/>
            <a:rect l="l" t="t" r="r" b="b"/>
            <a:pathLst>
              <a:path w="6448425" h="897254">
                <a:moveTo>
                  <a:pt x="6448044" y="0"/>
                </a:moveTo>
                <a:lnTo>
                  <a:pt x="448437" y="0"/>
                </a:lnTo>
                <a:lnTo>
                  <a:pt x="0" y="448437"/>
                </a:lnTo>
                <a:lnTo>
                  <a:pt x="448437" y="896874"/>
                </a:lnTo>
                <a:lnTo>
                  <a:pt x="6448044" y="896874"/>
                </a:lnTo>
                <a:lnTo>
                  <a:pt x="6448044" y="0"/>
                </a:lnTo>
                <a:close/>
              </a:path>
            </a:pathLst>
          </a:custGeom>
          <a:solidFill>
            <a:srgbClr val="BC572C"/>
          </a:solidFill>
        </p:spPr>
        <p:txBody>
          <a:bodyPr wrap="square" lIns="0" tIns="0" rIns="0" bIns="0" rtlCol="0"/>
          <a:lstStyle/>
          <a:p>
            <a:endParaRPr/>
          </a:p>
        </p:txBody>
      </p:sp>
      <p:sp>
        <p:nvSpPr>
          <p:cNvPr id="4" name="object 4"/>
          <p:cNvSpPr txBox="1"/>
          <p:nvPr/>
        </p:nvSpPr>
        <p:spPr>
          <a:xfrm>
            <a:off x="5342459" y="2620567"/>
            <a:ext cx="1127125" cy="330200"/>
          </a:xfrm>
          <a:prstGeom prst="rect">
            <a:avLst/>
          </a:prstGeom>
        </p:spPr>
        <p:txBody>
          <a:bodyPr vert="horz" wrap="square" lIns="0" tIns="12065" rIns="0" bIns="0" rtlCol="0">
            <a:spAutoFit/>
          </a:bodyPr>
          <a:lstStyle/>
          <a:p>
            <a:pPr marL="12700">
              <a:lnSpc>
                <a:spcPct val="100000"/>
              </a:lnSpc>
              <a:spcBef>
                <a:spcPts val="95"/>
              </a:spcBef>
            </a:pPr>
            <a:r>
              <a:rPr sz="2000" spc="105" dirty="0">
                <a:solidFill>
                  <a:srgbClr val="FFFFFF"/>
                </a:solidFill>
                <a:latin typeface="Arial MT"/>
                <a:cs typeface="Arial MT"/>
              </a:rPr>
              <a:t>behavior</a:t>
            </a:r>
            <a:endParaRPr sz="2000">
              <a:latin typeface="Arial MT"/>
              <a:cs typeface="Arial MT"/>
            </a:endParaRPr>
          </a:p>
        </p:txBody>
      </p:sp>
      <p:sp>
        <p:nvSpPr>
          <p:cNvPr id="5" name="object 5"/>
          <p:cNvSpPr txBox="1"/>
          <p:nvPr/>
        </p:nvSpPr>
        <p:spPr>
          <a:xfrm>
            <a:off x="6931162" y="2620567"/>
            <a:ext cx="934719" cy="330200"/>
          </a:xfrm>
          <a:prstGeom prst="rect">
            <a:avLst/>
          </a:prstGeom>
        </p:spPr>
        <p:txBody>
          <a:bodyPr vert="horz" wrap="square" lIns="0" tIns="12065" rIns="0" bIns="0" rtlCol="0">
            <a:spAutoFit/>
          </a:bodyPr>
          <a:lstStyle/>
          <a:p>
            <a:pPr marL="12700">
              <a:lnSpc>
                <a:spcPct val="100000"/>
              </a:lnSpc>
              <a:spcBef>
                <a:spcPts val="95"/>
              </a:spcBef>
            </a:pPr>
            <a:r>
              <a:rPr sz="2000" spc="100" dirty="0">
                <a:solidFill>
                  <a:srgbClr val="FFFFFF"/>
                </a:solidFill>
                <a:latin typeface="Arial MT"/>
                <a:cs typeface="Arial MT"/>
              </a:rPr>
              <a:t>without</a:t>
            </a:r>
            <a:endParaRPr sz="2000">
              <a:latin typeface="Arial MT"/>
              <a:cs typeface="Arial MT"/>
            </a:endParaRPr>
          </a:p>
        </p:txBody>
      </p:sp>
      <p:sp>
        <p:nvSpPr>
          <p:cNvPr id="6" name="object 6"/>
          <p:cNvSpPr txBox="1"/>
          <p:nvPr/>
        </p:nvSpPr>
        <p:spPr>
          <a:xfrm>
            <a:off x="2154140" y="2620567"/>
            <a:ext cx="3021965" cy="609600"/>
          </a:xfrm>
          <a:prstGeom prst="rect">
            <a:avLst/>
          </a:prstGeom>
        </p:spPr>
        <p:txBody>
          <a:bodyPr vert="horz" wrap="square" lIns="0" tIns="42545" rIns="0" bIns="0" rtlCol="0">
            <a:spAutoFit/>
          </a:bodyPr>
          <a:lstStyle/>
          <a:p>
            <a:pPr marL="12700" marR="5080">
              <a:lnSpc>
                <a:spcPts val="2200"/>
              </a:lnSpc>
              <a:spcBef>
                <a:spcPts val="335"/>
              </a:spcBef>
              <a:tabLst>
                <a:tab pos="1701800" algn="l"/>
              </a:tabLst>
            </a:pPr>
            <a:r>
              <a:rPr sz="2000" spc="50" dirty="0">
                <a:solidFill>
                  <a:srgbClr val="FFFFFF"/>
                </a:solidFill>
                <a:latin typeface="Arial MT"/>
                <a:cs typeface="Arial MT"/>
              </a:rPr>
              <a:t>Enhances</a:t>
            </a:r>
            <a:r>
              <a:rPr sz="2000" dirty="0">
                <a:solidFill>
                  <a:srgbClr val="FFFFFF"/>
                </a:solidFill>
                <a:latin typeface="Arial MT"/>
                <a:cs typeface="Arial MT"/>
              </a:rPr>
              <a:t>	</a:t>
            </a:r>
            <a:r>
              <a:rPr sz="2000" spc="100" dirty="0">
                <a:solidFill>
                  <a:srgbClr val="FFFFFF"/>
                </a:solidFill>
                <a:latin typeface="Arial MT"/>
                <a:cs typeface="Arial MT"/>
              </a:rPr>
              <a:t>function </a:t>
            </a:r>
            <a:r>
              <a:rPr sz="2000" spc="105" dirty="0">
                <a:solidFill>
                  <a:srgbClr val="FFFFFF"/>
                </a:solidFill>
                <a:latin typeface="Arial MT"/>
                <a:cs typeface="Arial MT"/>
              </a:rPr>
              <a:t>modifying</a:t>
            </a:r>
            <a:r>
              <a:rPr sz="2000" spc="35" dirty="0">
                <a:solidFill>
                  <a:srgbClr val="FFFFFF"/>
                </a:solidFill>
                <a:latin typeface="Arial MT"/>
                <a:cs typeface="Arial MT"/>
              </a:rPr>
              <a:t> </a:t>
            </a:r>
            <a:r>
              <a:rPr sz="2000" spc="60" dirty="0">
                <a:solidFill>
                  <a:srgbClr val="FFFFFF"/>
                </a:solidFill>
                <a:latin typeface="Arial MT"/>
                <a:cs typeface="Arial MT"/>
              </a:rPr>
              <a:t>original</a:t>
            </a:r>
            <a:r>
              <a:rPr sz="2000" spc="40" dirty="0">
                <a:solidFill>
                  <a:srgbClr val="FFFFFF"/>
                </a:solidFill>
                <a:latin typeface="Arial MT"/>
                <a:cs typeface="Arial MT"/>
              </a:rPr>
              <a:t> </a:t>
            </a:r>
            <a:r>
              <a:rPr sz="2000" spc="170" dirty="0">
                <a:solidFill>
                  <a:srgbClr val="FFFFFF"/>
                </a:solidFill>
                <a:latin typeface="Arial MT"/>
                <a:cs typeface="Arial MT"/>
              </a:rPr>
              <a:t>code.</a:t>
            </a:r>
            <a:endParaRPr sz="2000">
              <a:latin typeface="Arial MT"/>
              <a:cs typeface="Arial MT"/>
            </a:endParaRPr>
          </a:p>
        </p:txBody>
      </p:sp>
      <p:grpSp>
        <p:nvGrpSpPr>
          <p:cNvPr id="7" name="object 7"/>
          <p:cNvGrpSpPr/>
          <p:nvPr/>
        </p:nvGrpSpPr>
        <p:grpSpPr>
          <a:xfrm>
            <a:off x="1438719" y="2577909"/>
            <a:ext cx="646430" cy="795020"/>
            <a:chOff x="1438719" y="2577909"/>
            <a:chExt cx="646430" cy="795020"/>
          </a:xfrm>
        </p:grpSpPr>
        <p:sp>
          <p:nvSpPr>
            <p:cNvPr id="8" name="object 8"/>
            <p:cNvSpPr/>
            <p:nvPr/>
          </p:nvSpPr>
          <p:spPr>
            <a:xfrm>
              <a:off x="1505108" y="2846056"/>
              <a:ext cx="543560" cy="268605"/>
            </a:xfrm>
            <a:custGeom>
              <a:avLst/>
              <a:gdLst/>
              <a:ahLst/>
              <a:cxnLst/>
              <a:rect l="l" t="t" r="r" b="b"/>
              <a:pathLst>
                <a:path w="543560" h="268605">
                  <a:moveTo>
                    <a:pt x="433763" y="268534"/>
                  </a:moveTo>
                  <a:lnTo>
                    <a:pt x="426986" y="266515"/>
                  </a:lnTo>
                  <a:lnTo>
                    <a:pt x="421300" y="261412"/>
                  </a:lnTo>
                  <a:lnTo>
                    <a:pt x="417547" y="254026"/>
                  </a:lnTo>
                  <a:lnTo>
                    <a:pt x="416040" y="245663"/>
                  </a:lnTo>
                  <a:lnTo>
                    <a:pt x="416839" y="237149"/>
                  </a:lnTo>
                  <a:lnTo>
                    <a:pt x="420005" y="229312"/>
                  </a:lnTo>
                  <a:lnTo>
                    <a:pt x="477627" y="157890"/>
                  </a:lnTo>
                  <a:lnTo>
                    <a:pt x="394239" y="157903"/>
                  </a:lnTo>
                  <a:lnTo>
                    <a:pt x="365368" y="158229"/>
                  </a:lnTo>
                  <a:lnTo>
                    <a:pt x="350082" y="158693"/>
                  </a:lnTo>
                  <a:lnTo>
                    <a:pt x="279511" y="159495"/>
                  </a:lnTo>
                  <a:lnTo>
                    <a:pt x="227941" y="158517"/>
                  </a:lnTo>
                  <a:lnTo>
                    <a:pt x="177559" y="154816"/>
                  </a:lnTo>
                  <a:lnTo>
                    <a:pt x="130032" y="147240"/>
                  </a:lnTo>
                  <a:lnTo>
                    <a:pt x="87023" y="134639"/>
                  </a:lnTo>
                  <a:lnTo>
                    <a:pt x="50199" y="115861"/>
                  </a:lnTo>
                  <a:lnTo>
                    <a:pt x="21223" y="89755"/>
                  </a:lnTo>
                  <a:lnTo>
                    <a:pt x="1760" y="55171"/>
                  </a:lnTo>
                  <a:lnTo>
                    <a:pt x="0" y="45528"/>
                  </a:lnTo>
                  <a:lnTo>
                    <a:pt x="1274" y="36413"/>
                  </a:lnTo>
                  <a:lnTo>
                    <a:pt x="5219" y="28651"/>
                  </a:lnTo>
                  <a:lnTo>
                    <a:pt x="11471" y="23071"/>
                  </a:lnTo>
                  <a:lnTo>
                    <a:pt x="19251" y="20889"/>
                  </a:lnTo>
                  <a:lnTo>
                    <a:pt x="26605" y="22469"/>
                  </a:lnTo>
                  <a:lnTo>
                    <a:pt x="32867" y="27360"/>
                  </a:lnTo>
                  <a:lnTo>
                    <a:pt x="37369" y="35109"/>
                  </a:lnTo>
                  <a:lnTo>
                    <a:pt x="57713" y="64637"/>
                  </a:lnTo>
                  <a:lnTo>
                    <a:pt x="91988" y="85420"/>
                  </a:lnTo>
                  <a:lnTo>
                    <a:pt x="136682" y="98931"/>
                  </a:lnTo>
                  <a:lnTo>
                    <a:pt x="188284" y="106645"/>
                  </a:lnTo>
                  <a:lnTo>
                    <a:pt x="243285" y="110035"/>
                  </a:lnTo>
                  <a:lnTo>
                    <a:pt x="298172" y="110576"/>
                  </a:lnTo>
                  <a:lnTo>
                    <a:pt x="349434" y="109741"/>
                  </a:lnTo>
                  <a:lnTo>
                    <a:pt x="364730" y="109615"/>
                  </a:lnTo>
                  <a:lnTo>
                    <a:pt x="407704" y="108938"/>
                  </a:lnTo>
                  <a:lnTo>
                    <a:pt x="476980" y="108938"/>
                  </a:lnTo>
                  <a:lnTo>
                    <a:pt x="419358" y="37516"/>
                  </a:lnTo>
                  <a:lnTo>
                    <a:pt x="416667" y="29817"/>
                  </a:lnTo>
                  <a:lnTo>
                    <a:pt x="416283" y="21667"/>
                  </a:lnTo>
                  <a:lnTo>
                    <a:pt x="418083" y="13817"/>
                  </a:lnTo>
                  <a:lnTo>
                    <a:pt x="421948" y="7021"/>
                  </a:lnTo>
                  <a:lnTo>
                    <a:pt x="427431" y="2231"/>
                  </a:lnTo>
                  <a:lnTo>
                    <a:pt x="433763" y="0"/>
                  </a:lnTo>
                  <a:lnTo>
                    <a:pt x="440339" y="476"/>
                  </a:lnTo>
                  <a:lnTo>
                    <a:pt x="537192" y="116160"/>
                  </a:lnTo>
                  <a:lnTo>
                    <a:pt x="543019" y="132210"/>
                  </a:lnTo>
                  <a:lnTo>
                    <a:pt x="543019" y="138630"/>
                  </a:lnTo>
                  <a:lnTo>
                    <a:pt x="542371" y="139433"/>
                  </a:lnTo>
                  <a:lnTo>
                    <a:pt x="542371" y="141038"/>
                  </a:lnTo>
                  <a:lnTo>
                    <a:pt x="541724" y="141840"/>
                  </a:lnTo>
                  <a:lnTo>
                    <a:pt x="541724" y="142643"/>
                  </a:lnTo>
                  <a:lnTo>
                    <a:pt x="541076" y="145853"/>
                  </a:lnTo>
                  <a:lnTo>
                    <a:pt x="539782" y="148260"/>
                  </a:lnTo>
                  <a:lnTo>
                    <a:pt x="447198" y="263017"/>
                  </a:lnTo>
                  <a:lnTo>
                    <a:pt x="440784" y="267393"/>
                  </a:lnTo>
                  <a:lnTo>
                    <a:pt x="433763" y="268534"/>
                  </a:lnTo>
                  <a:close/>
                </a:path>
              </a:pathLst>
            </a:custGeom>
            <a:solidFill>
              <a:srgbClr val="E0C3BD"/>
            </a:solidFill>
          </p:spPr>
          <p:txBody>
            <a:bodyPr wrap="square" lIns="0" tIns="0" rIns="0" bIns="0" rtlCol="0"/>
            <a:lstStyle/>
            <a:p>
              <a:endParaRPr/>
            </a:p>
          </p:txBody>
        </p:sp>
        <p:sp>
          <p:nvSpPr>
            <p:cNvPr id="9" name="object 9"/>
            <p:cNvSpPr/>
            <p:nvPr/>
          </p:nvSpPr>
          <p:spPr>
            <a:xfrm>
              <a:off x="1446657" y="2585847"/>
              <a:ext cx="630555" cy="779145"/>
            </a:xfrm>
            <a:custGeom>
              <a:avLst/>
              <a:gdLst/>
              <a:ahLst/>
              <a:cxnLst/>
              <a:rect l="l" t="t" r="r" b="b"/>
              <a:pathLst>
                <a:path w="630555" h="779145">
                  <a:moveTo>
                    <a:pt x="0" y="389382"/>
                  </a:moveTo>
                  <a:lnTo>
                    <a:pt x="2876" y="336545"/>
                  </a:lnTo>
                  <a:lnTo>
                    <a:pt x="11255" y="285869"/>
                  </a:lnTo>
                  <a:lnTo>
                    <a:pt x="24761" y="237817"/>
                  </a:lnTo>
                  <a:lnTo>
                    <a:pt x="43019" y="192853"/>
                  </a:lnTo>
                  <a:lnTo>
                    <a:pt x="65653" y="151442"/>
                  </a:lnTo>
                  <a:lnTo>
                    <a:pt x="92287" y="114047"/>
                  </a:lnTo>
                  <a:lnTo>
                    <a:pt x="122547" y="81132"/>
                  </a:lnTo>
                  <a:lnTo>
                    <a:pt x="156057" y="53162"/>
                  </a:lnTo>
                  <a:lnTo>
                    <a:pt x="192441" y="30599"/>
                  </a:lnTo>
                  <a:lnTo>
                    <a:pt x="231325" y="13909"/>
                  </a:lnTo>
                  <a:lnTo>
                    <a:pt x="272332" y="3554"/>
                  </a:lnTo>
                  <a:lnTo>
                    <a:pt x="315087" y="0"/>
                  </a:lnTo>
                  <a:lnTo>
                    <a:pt x="357841" y="3554"/>
                  </a:lnTo>
                  <a:lnTo>
                    <a:pt x="398848" y="13909"/>
                  </a:lnTo>
                  <a:lnTo>
                    <a:pt x="437732" y="30599"/>
                  </a:lnTo>
                  <a:lnTo>
                    <a:pt x="474116" y="53162"/>
                  </a:lnTo>
                  <a:lnTo>
                    <a:pt x="507626" y="81132"/>
                  </a:lnTo>
                  <a:lnTo>
                    <a:pt x="537886" y="114047"/>
                  </a:lnTo>
                  <a:lnTo>
                    <a:pt x="564520" y="151442"/>
                  </a:lnTo>
                  <a:lnTo>
                    <a:pt x="587154" y="192853"/>
                  </a:lnTo>
                  <a:lnTo>
                    <a:pt x="605412" y="237817"/>
                  </a:lnTo>
                  <a:lnTo>
                    <a:pt x="618918" y="285869"/>
                  </a:lnTo>
                  <a:lnTo>
                    <a:pt x="627297" y="336545"/>
                  </a:lnTo>
                  <a:lnTo>
                    <a:pt x="630174" y="389382"/>
                  </a:lnTo>
                  <a:lnTo>
                    <a:pt x="627297" y="442218"/>
                  </a:lnTo>
                  <a:lnTo>
                    <a:pt x="618918" y="492894"/>
                  </a:lnTo>
                  <a:lnTo>
                    <a:pt x="605412" y="540946"/>
                  </a:lnTo>
                  <a:lnTo>
                    <a:pt x="587154" y="585910"/>
                  </a:lnTo>
                  <a:lnTo>
                    <a:pt x="564520" y="627321"/>
                  </a:lnTo>
                  <a:lnTo>
                    <a:pt x="537886" y="664716"/>
                  </a:lnTo>
                  <a:lnTo>
                    <a:pt x="507626" y="697631"/>
                  </a:lnTo>
                  <a:lnTo>
                    <a:pt x="474116" y="725601"/>
                  </a:lnTo>
                  <a:lnTo>
                    <a:pt x="437732" y="748164"/>
                  </a:lnTo>
                  <a:lnTo>
                    <a:pt x="398848" y="764854"/>
                  </a:lnTo>
                  <a:lnTo>
                    <a:pt x="357841" y="775209"/>
                  </a:lnTo>
                  <a:lnTo>
                    <a:pt x="315087" y="778764"/>
                  </a:lnTo>
                  <a:lnTo>
                    <a:pt x="272332" y="775209"/>
                  </a:lnTo>
                  <a:lnTo>
                    <a:pt x="231325" y="764854"/>
                  </a:lnTo>
                  <a:lnTo>
                    <a:pt x="192441" y="748164"/>
                  </a:lnTo>
                  <a:lnTo>
                    <a:pt x="156057" y="725601"/>
                  </a:lnTo>
                  <a:lnTo>
                    <a:pt x="122547" y="697631"/>
                  </a:lnTo>
                  <a:lnTo>
                    <a:pt x="92287" y="664716"/>
                  </a:lnTo>
                  <a:lnTo>
                    <a:pt x="65653" y="627321"/>
                  </a:lnTo>
                  <a:lnTo>
                    <a:pt x="43019" y="585910"/>
                  </a:lnTo>
                  <a:lnTo>
                    <a:pt x="24761" y="540946"/>
                  </a:lnTo>
                  <a:lnTo>
                    <a:pt x="11255" y="492894"/>
                  </a:lnTo>
                  <a:lnTo>
                    <a:pt x="2876" y="442218"/>
                  </a:lnTo>
                  <a:lnTo>
                    <a:pt x="0" y="389382"/>
                  </a:lnTo>
                  <a:close/>
                </a:path>
              </a:pathLst>
            </a:custGeom>
            <a:ln w="15875">
              <a:solidFill>
                <a:srgbClr val="FFFFFF"/>
              </a:solidFill>
            </a:ln>
          </p:spPr>
          <p:txBody>
            <a:bodyPr wrap="square" lIns="0" tIns="0" rIns="0" bIns="0" rtlCol="0"/>
            <a:lstStyle/>
            <a:p>
              <a:endParaRPr/>
            </a:p>
          </p:txBody>
        </p:sp>
      </p:grpSp>
      <p:grpSp>
        <p:nvGrpSpPr>
          <p:cNvPr id="10" name="object 10"/>
          <p:cNvGrpSpPr/>
          <p:nvPr/>
        </p:nvGrpSpPr>
        <p:grpSpPr>
          <a:xfrm>
            <a:off x="1438719" y="3658742"/>
            <a:ext cx="6557645" cy="896619"/>
            <a:chOff x="1438719" y="3658742"/>
            <a:chExt cx="6557645" cy="896619"/>
          </a:xfrm>
        </p:grpSpPr>
        <p:sp>
          <p:nvSpPr>
            <p:cNvPr id="11" name="object 11"/>
            <p:cNvSpPr/>
            <p:nvPr/>
          </p:nvSpPr>
          <p:spPr>
            <a:xfrm>
              <a:off x="1548003" y="3658742"/>
              <a:ext cx="6448425" cy="896619"/>
            </a:xfrm>
            <a:custGeom>
              <a:avLst/>
              <a:gdLst/>
              <a:ahLst/>
              <a:cxnLst/>
              <a:rect l="l" t="t" r="r" b="b"/>
              <a:pathLst>
                <a:path w="6448425" h="896620">
                  <a:moveTo>
                    <a:pt x="6448044" y="0"/>
                  </a:moveTo>
                  <a:lnTo>
                    <a:pt x="448056" y="0"/>
                  </a:lnTo>
                  <a:lnTo>
                    <a:pt x="0" y="448055"/>
                  </a:lnTo>
                  <a:lnTo>
                    <a:pt x="448056" y="896111"/>
                  </a:lnTo>
                  <a:lnTo>
                    <a:pt x="6448044" y="896111"/>
                  </a:lnTo>
                  <a:lnTo>
                    <a:pt x="6448044" y="0"/>
                  </a:lnTo>
                  <a:close/>
                </a:path>
              </a:pathLst>
            </a:custGeom>
            <a:solidFill>
              <a:srgbClr val="9F5737"/>
            </a:solidFill>
          </p:spPr>
          <p:txBody>
            <a:bodyPr wrap="square" lIns="0" tIns="0" rIns="0" bIns="0" rtlCol="0"/>
            <a:lstStyle/>
            <a:p>
              <a:endParaRPr/>
            </a:p>
          </p:txBody>
        </p:sp>
        <p:sp>
          <p:nvSpPr>
            <p:cNvPr id="12" name="object 12"/>
            <p:cNvSpPr/>
            <p:nvPr/>
          </p:nvSpPr>
          <p:spPr>
            <a:xfrm>
              <a:off x="1505108" y="3970259"/>
              <a:ext cx="543560" cy="269240"/>
            </a:xfrm>
            <a:custGeom>
              <a:avLst/>
              <a:gdLst/>
              <a:ahLst/>
              <a:cxnLst/>
              <a:rect l="l" t="t" r="r" b="b"/>
              <a:pathLst>
                <a:path w="543560" h="269239">
                  <a:moveTo>
                    <a:pt x="433763" y="268797"/>
                  </a:moveTo>
                  <a:lnTo>
                    <a:pt x="426986" y="266776"/>
                  </a:lnTo>
                  <a:lnTo>
                    <a:pt x="421300" y="261668"/>
                  </a:lnTo>
                  <a:lnTo>
                    <a:pt x="417547" y="254275"/>
                  </a:lnTo>
                  <a:lnTo>
                    <a:pt x="416040" y="245903"/>
                  </a:lnTo>
                  <a:lnTo>
                    <a:pt x="416839" y="237381"/>
                  </a:lnTo>
                  <a:lnTo>
                    <a:pt x="420005" y="229536"/>
                  </a:lnTo>
                  <a:lnTo>
                    <a:pt x="477627" y="158045"/>
                  </a:lnTo>
                  <a:lnTo>
                    <a:pt x="394239" y="158057"/>
                  </a:lnTo>
                  <a:lnTo>
                    <a:pt x="365368" y="158384"/>
                  </a:lnTo>
                  <a:lnTo>
                    <a:pt x="350082" y="158848"/>
                  </a:lnTo>
                  <a:lnTo>
                    <a:pt x="279511" y="159651"/>
                  </a:lnTo>
                  <a:lnTo>
                    <a:pt x="227941" y="158672"/>
                  </a:lnTo>
                  <a:lnTo>
                    <a:pt x="177559" y="154967"/>
                  </a:lnTo>
                  <a:lnTo>
                    <a:pt x="130032" y="147384"/>
                  </a:lnTo>
                  <a:lnTo>
                    <a:pt x="87023" y="134771"/>
                  </a:lnTo>
                  <a:lnTo>
                    <a:pt x="50199" y="115974"/>
                  </a:lnTo>
                  <a:lnTo>
                    <a:pt x="21223" y="89843"/>
                  </a:lnTo>
                  <a:lnTo>
                    <a:pt x="1760" y="55225"/>
                  </a:lnTo>
                  <a:lnTo>
                    <a:pt x="0" y="45573"/>
                  </a:lnTo>
                  <a:lnTo>
                    <a:pt x="1274" y="36448"/>
                  </a:lnTo>
                  <a:lnTo>
                    <a:pt x="5219" y="28679"/>
                  </a:lnTo>
                  <a:lnTo>
                    <a:pt x="11471" y="23094"/>
                  </a:lnTo>
                  <a:lnTo>
                    <a:pt x="19251" y="20910"/>
                  </a:lnTo>
                  <a:lnTo>
                    <a:pt x="26605" y="22491"/>
                  </a:lnTo>
                  <a:lnTo>
                    <a:pt x="32867" y="27386"/>
                  </a:lnTo>
                  <a:lnTo>
                    <a:pt x="37369" y="35143"/>
                  </a:lnTo>
                  <a:lnTo>
                    <a:pt x="57713" y="64700"/>
                  </a:lnTo>
                  <a:lnTo>
                    <a:pt x="91988" y="85504"/>
                  </a:lnTo>
                  <a:lnTo>
                    <a:pt x="136682" y="99028"/>
                  </a:lnTo>
                  <a:lnTo>
                    <a:pt x="188284" y="106750"/>
                  </a:lnTo>
                  <a:lnTo>
                    <a:pt x="243285" y="110143"/>
                  </a:lnTo>
                  <a:lnTo>
                    <a:pt x="298172" y="110684"/>
                  </a:lnTo>
                  <a:lnTo>
                    <a:pt x="349434" y="109848"/>
                  </a:lnTo>
                  <a:lnTo>
                    <a:pt x="364730" y="109722"/>
                  </a:lnTo>
                  <a:lnTo>
                    <a:pt x="407704" y="109045"/>
                  </a:lnTo>
                  <a:lnTo>
                    <a:pt x="476980" y="109045"/>
                  </a:lnTo>
                  <a:lnTo>
                    <a:pt x="419358" y="37553"/>
                  </a:lnTo>
                  <a:lnTo>
                    <a:pt x="416667" y="29846"/>
                  </a:lnTo>
                  <a:lnTo>
                    <a:pt x="416283" y="21688"/>
                  </a:lnTo>
                  <a:lnTo>
                    <a:pt x="418083" y="13831"/>
                  </a:lnTo>
                  <a:lnTo>
                    <a:pt x="421948" y="7028"/>
                  </a:lnTo>
                  <a:lnTo>
                    <a:pt x="427431" y="2234"/>
                  </a:lnTo>
                  <a:lnTo>
                    <a:pt x="433763" y="0"/>
                  </a:lnTo>
                  <a:lnTo>
                    <a:pt x="440339" y="476"/>
                  </a:lnTo>
                  <a:lnTo>
                    <a:pt x="537192" y="116274"/>
                  </a:lnTo>
                  <a:lnTo>
                    <a:pt x="543019" y="132340"/>
                  </a:lnTo>
                  <a:lnTo>
                    <a:pt x="543019" y="138766"/>
                  </a:lnTo>
                  <a:lnTo>
                    <a:pt x="542371" y="139569"/>
                  </a:lnTo>
                  <a:lnTo>
                    <a:pt x="542371" y="141176"/>
                  </a:lnTo>
                  <a:lnTo>
                    <a:pt x="541724" y="141979"/>
                  </a:lnTo>
                  <a:lnTo>
                    <a:pt x="541724" y="142782"/>
                  </a:lnTo>
                  <a:lnTo>
                    <a:pt x="541076" y="145995"/>
                  </a:lnTo>
                  <a:lnTo>
                    <a:pt x="539782" y="148405"/>
                  </a:lnTo>
                  <a:lnTo>
                    <a:pt x="447198" y="263274"/>
                  </a:lnTo>
                  <a:lnTo>
                    <a:pt x="440784" y="267655"/>
                  </a:lnTo>
                  <a:lnTo>
                    <a:pt x="433763" y="268797"/>
                  </a:lnTo>
                  <a:close/>
                </a:path>
              </a:pathLst>
            </a:custGeom>
            <a:solidFill>
              <a:srgbClr val="D7C3BD"/>
            </a:solidFill>
          </p:spPr>
          <p:txBody>
            <a:bodyPr wrap="square" lIns="0" tIns="0" rIns="0" bIns="0" rtlCol="0"/>
            <a:lstStyle/>
            <a:p>
              <a:endParaRPr/>
            </a:p>
          </p:txBody>
        </p:sp>
        <p:sp>
          <p:nvSpPr>
            <p:cNvPr id="13" name="object 13"/>
            <p:cNvSpPr/>
            <p:nvPr/>
          </p:nvSpPr>
          <p:spPr>
            <a:xfrm>
              <a:off x="1446657" y="3709796"/>
              <a:ext cx="630555" cy="779780"/>
            </a:xfrm>
            <a:custGeom>
              <a:avLst/>
              <a:gdLst/>
              <a:ahLst/>
              <a:cxnLst/>
              <a:rect l="l" t="t" r="r" b="b"/>
              <a:pathLst>
                <a:path w="630555" h="779779">
                  <a:moveTo>
                    <a:pt x="0" y="389763"/>
                  </a:moveTo>
                  <a:lnTo>
                    <a:pt x="2876" y="336873"/>
                  </a:lnTo>
                  <a:lnTo>
                    <a:pt x="11255" y="286146"/>
                  </a:lnTo>
                  <a:lnTo>
                    <a:pt x="24761" y="238047"/>
                  </a:lnTo>
                  <a:lnTo>
                    <a:pt x="43019" y="193039"/>
                  </a:lnTo>
                  <a:lnTo>
                    <a:pt x="65653" y="151588"/>
                  </a:lnTo>
                  <a:lnTo>
                    <a:pt x="92287" y="114157"/>
                  </a:lnTo>
                  <a:lnTo>
                    <a:pt x="122547" y="81210"/>
                  </a:lnTo>
                  <a:lnTo>
                    <a:pt x="156057" y="53212"/>
                  </a:lnTo>
                  <a:lnTo>
                    <a:pt x="192441" y="30628"/>
                  </a:lnTo>
                  <a:lnTo>
                    <a:pt x="231325" y="13922"/>
                  </a:lnTo>
                  <a:lnTo>
                    <a:pt x="272332" y="3557"/>
                  </a:lnTo>
                  <a:lnTo>
                    <a:pt x="315087" y="0"/>
                  </a:lnTo>
                  <a:lnTo>
                    <a:pt x="357841" y="3557"/>
                  </a:lnTo>
                  <a:lnTo>
                    <a:pt x="398848" y="13922"/>
                  </a:lnTo>
                  <a:lnTo>
                    <a:pt x="437732" y="30628"/>
                  </a:lnTo>
                  <a:lnTo>
                    <a:pt x="474116" y="53212"/>
                  </a:lnTo>
                  <a:lnTo>
                    <a:pt x="507626" y="81210"/>
                  </a:lnTo>
                  <a:lnTo>
                    <a:pt x="537886" y="114157"/>
                  </a:lnTo>
                  <a:lnTo>
                    <a:pt x="564520" y="151588"/>
                  </a:lnTo>
                  <a:lnTo>
                    <a:pt x="587154" y="193039"/>
                  </a:lnTo>
                  <a:lnTo>
                    <a:pt x="605412" y="238047"/>
                  </a:lnTo>
                  <a:lnTo>
                    <a:pt x="618918" y="286146"/>
                  </a:lnTo>
                  <a:lnTo>
                    <a:pt x="627297" y="336873"/>
                  </a:lnTo>
                  <a:lnTo>
                    <a:pt x="630174" y="389763"/>
                  </a:lnTo>
                  <a:lnTo>
                    <a:pt x="627297" y="442652"/>
                  </a:lnTo>
                  <a:lnTo>
                    <a:pt x="618918" y="493379"/>
                  </a:lnTo>
                  <a:lnTo>
                    <a:pt x="605412" y="541478"/>
                  </a:lnTo>
                  <a:lnTo>
                    <a:pt x="587154" y="586486"/>
                  </a:lnTo>
                  <a:lnTo>
                    <a:pt x="564520" y="627937"/>
                  </a:lnTo>
                  <a:lnTo>
                    <a:pt x="537886" y="665368"/>
                  </a:lnTo>
                  <a:lnTo>
                    <a:pt x="507626" y="698315"/>
                  </a:lnTo>
                  <a:lnTo>
                    <a:pt x="474116" y="726313"/>
                  </a:lnTo>
                  <a:lnTo>
                    <a:pt x="437732" y="748897"/>
                  </a:lnTo>
                  <a:lnTo>
                    <a:pt x="398848" y="765603"/>
                  </a:lnTo>
                  <a:lnTo>
                    <a:pt x="357841" y="775968"/>
                  </a:lnTo>
                  <a:lnTo>
                    <a:pt x="315087" y="779526"/>
                  </a:lnTo>
                  <a:lnTo>
                    <a:pt x="272332" y="775968"/>
                  </a:lnTo>
                  <a:lnTo>
                    <a:pt x="231325" y="765603"/>
                  </a:lnTo>
                  <a:lnTo>
                    <a:pt x="192441" y="748897"/>
                  </a:lnTo>
                  <a:lnTo>
                    <a:pt x="156057" y="726313"/>
                  </a:lnTo>
                  <a:lnTo>
                    <a:pt x="122547" y="698315"/>
                  </a:lnTo>
                  <a:lnTo>
                    <a:pt x="92287" y="665368"/>
                  </a:lnTo>
                  <a:lnTo>
                    <a:pt x="65653" y="627937"/>
                  </a:lnTo>
                  <a:lnTo>
                    <a:pt x="43019" y="586486"/>
                  </a:lnTo>
                  <a:lnTo>
                    <a:pt x="24761" y="541478"/>
                  </a:lnTo>
                  <a:lnTo>
                    <a:pt x="11255" y="493379"/>
                  </a:lnTo>
                  <a:lnTo>
                    <a:pt x="2876" y="442652"/>
                  </a:lnTo>
                  <a:lnTo>
                    <a:pt x="0" y="389763"/>
                  </a:lnTo>
                  <a:close/>
                </a:path>
              </a:pathLst>
            </a:custGeom>
            <a:ln w="15875">
              <a:solidFill>
                <a:srgbClr val="FFFFFF"/>
              </a:solidFill>
            </a:ln>
          </p:spPr>
          <p:txBody>
            <a:bodyPr wrap="square" lIns="0" tIns="0" rIns="0" bIns="0" rtlCol="0"/>
            <a:lstStyle/>
            <a:p>
              <a:endParaRPr/>
            </a:p>
          </p:txBody>
        </p:sp>
      </p:grpSp>
      <p:sp>
        <p:nvSpPr>
          <p:cNvPr id="14" name="object 14"/>
          <p:cNvSpPr/>
          <p:nvPr/>
        </p:nvSpPr>
        <p:spPr>
          <a:xfrm>
            <a:off x="1548002" y="4822316"/>
            <a:ext cx="6448425" cy="897255"/>
          </a:xfrm>
          <a:custGeom>
            <a:avLst/>
            <a:gdLst/>
            <a:ahLst/>
            <a:cxnLst/>
            <a:rect l="l" t="t" r="r" b="b"/>
            <a:pathLst>
              <a:path w="6448425" h="897254">
                <a:moveTo>
                  <a:pt x="6448044" y="0"/>
                </a:moveTo>
                <a:lnTo>
                  <a:pt x="448437" y="0"/>
                </a:lnTo>
                <a:lnTo>
                  <a:pt x="0" y="448437"/>
                </a:lnTo>
                <a:lnTo>
                  <a:pt x="448437" y="896874"/>
                </a:lnTo>
                <a:lnTo>
                  <a:pt x="6448044" y="896874"/>
                </a:lnTo>
                <a:lnTo>
                  <a:pt x="6448044" y="0"/>
                </a:lnTo>
                <a:close/>
              </a:path>
            </a:pathLst>
          </a:custGeom>
          <a:solidFill>
            <a:srgbClr val="855540"/>
          </a:solidFill>
        </p:spPr>
        <p:txBody>
          <a:bodyPr wrap="square" lIns="0" tIns="0" rIns="0" bIns="0" rtlCol="0"/>
          <a:lstStyle/>
          <a:p>
            <a:endParaRPr/>
          </a:p>
        </p:txBody>
      </p:sp>
      <p:sp>
        <p:nvSpPr>
          <p:cNvPr id="15" name="object 15"/>
          <p:cNvSpPr txBox="1"/>
          <p:nvPr/>
        </p:nvSpPr>
        <p:spPr>
          <a:xfrm>
            <a:off x="2154140" y="3784479"/>
            <a:ext cx="5712460" cy="1773555"/>
          </a:xfrm>
          <a:prstGeom prst="rect">
            <a:avLst/>
          </a:prstGeom>
        </p:spPr>
        <p:txBody>
          <a:bodyPr vert="horz" wrap="square" lIns="0" tIns="42545" rIns="0" bIns="0" rtlCol="0">
            <a:spAutoFit/>
          </a:bodyPr>
          <a:lstStyle/>
          <a:p>
            <a:pPr marL="12700" marR="5080">
              <a:lnSpc>
                <a:spcPts val="2200"/>
              </a:lnSpc>
              <a:spcBef>
                <a:spcPts val="335"/>
              </a:spcBef>
            </a:pPr>
            <a:r>
              <a:rPr sz="2000" dirty="0">
                <a:solidFill>
                  <a:srgbClr val="FFFFFF"/>
                </a:solidFill>
                <a:latin typeface="Arial MT"/>
                <a:cs typeface="Arial MT"/>
              </a:rPr>
              <a:t>Provides</a:t>
            </a:r>
            <a:r>
              <a:rPr sz="2000" spc="325" dirty="0">
                <a:solidFill>
                  <a:srgbClr val="FFFFFF"/>
                </a:solidFill>
                <a:latin typeface="Arial MT"/>
                <a:cs typeface="Arial MT"/>
              </a:rPr>
              <a:t> </a:t>
            </a:r>
            <a:r>
              <a:rPr sz="2000" spc="240" dirty="0">
                <a:solidFill>
                  <a:srgbClr val="FFFFFF"/>
                </a:solidFill>
                <a:latin typeface="Arial MT"/>
                <a:cs typeface="Arial MT"/>
              </a:rPr>
              <a:t>a</a:t>
            </a:r>
            <a:r>
              <a:rPr sz="2000" spc="325" dirty="0">
                <a:solidFill>
                  <a:srgbClr val="FFFFFF"/>
                </a:solidFill>
                <a:latin typeface="Arial MT"/>
                <a:cs typeface="Arial MT"/>
              </a:rPr>
              <a:t> </a:t>
            </a:r>
            <a:r>
              <a:rPr sz="2000" spc="110" dirty="0">
                <a:solidFill>
                  <a:srgbClr val="FFFFFF"/>
                </a:solidFill>
                <a:latin typeface="Arial MT"/>
                <a:cs typeface="Arial MT"/>
              </a:rPr>
              <a:t>mechanism</a:t>
            </a:r>
            <a:r>
              <a:rPr sz="2000" spc="330" dirty="0">
                <a:solidFill>
                  <a:srgbClr val="FFFFFF"/>
                </a:solidFill>
                <a:latin typeface="Arial MT"/>
                <a:cs typeface="Arial MT"/>
              </a:rPr>
              <a:t> </a:t>
            </a:r>
            <a:r>
              <a:rPr sz="2000" spc="65" dirty="0">
                <a:solidFill>
                  <a:srgbClr val="FFFFFF"/>
                </a:solidFill>
                <a:latin typeface="Arial MT"/>
                <a:cs typeface="Arial MT"/>
              </a:rPr>
              <a:t>for</a:t>
            </a:r>
            <a:r>
              <a:rPr sz="2000" spc="320" dirty="0">
                <a:solidFill>
                  <a:srgbClr val="FFFFFF"/>
                </a:solidFill>
                <a:latin typeface="Arial MT"/>
                <a:cs typeface="Arial MT"/>
              </a:rPr>
              <a:t> </a:t>
            </a:r>
            <a:r>
              <a:rPr sz="2000" spc="225" dirty="0">
                <a:solidFill>
                  <a:srgbClr val="FFFFFF"/>
                </a:solidFill>
                <a:latin typeface="Arial MT"/>
                <a:cs typeface="Arial MT"/>
              </a:rPr>
              <a:t>code</a:t>
            </a:r>
            <a:r>
              <a:rPr sz="2000" spc="330" dirty="0">
                <a:solidFill>
                  <a:srgbClr val="FFFFFF"/>
                </a:solidFill>
                <a:latin typeface="Arial MT"/>
                <a:cs typeface="Arial MT"/>
              </a:rPr>
              <a:t> </a:t>
            </a:r>
            <a:r>
              <a:rPr sz="2000" dirty="0">
                <a:solidFill>
                  <a:srgbClr val="FFFFFF"/>
                </a:solidFill>
                <a:latin typeface="Arial MT"/>
                <a:cs typeface="Arial MT"/>
              </a:rPr>
              <a:t>reuse</a:t>
            </a:r>
            <a:r>
              <a:rPr sz="2000" spc="330" dirty="0">
                <a:solidFill>
                  <a:srgbClr val="FFFFFF"/>
                </a:solidFill>
                <a:latin typeface="Arial MT"/>
                <a:cs typeface="Arial MT"/>
              </a:rPr>
              <a:t> </a:t>
            </a:r>
            <a:r>
              <a:rPr sz="2000" spc="-10" dirty="0">
                <a:solidFill>
                  <a:srgbClr val="FFFFFF"/>
                </a:solidFill>
                <a:latin typeface="Arial MT"/>
                <a:cs typeface="Arial MT"/>
              </a:rPr>
              <a:t>across </a:t>
            </a:r>
            <a:r>
              <a:rPr sz="2000" spc="55" dirty="0">
                <a:solidFill>
                  <a:srgbClr val="FFFFFF"/>
                </a:solidFill>
                <a:latin typeface="Arial MT"/>
                <a:cs typeface="Arial MT"/>
              </a:rPr>
              <a:t>functions.</a:t>
            </a:r>
            <a:endParaRPr sz="2000">
              <a:latin typeface="Arial MT"/>
              <a:cs typeface="Arial MT"/>
            </a:endParaRPr>
          </a:p>
          <a:p>
            <a:pPr>
              <a:lnSpc>
                <a:spcPct val="100000"/>
              </a:lnSpc>
            </a:pPr>
            <a:endParaRPr sz="2000">
              <a:latin typeface="Arial MT"/>
              <a:cs typeface="Arial MT"/>
            </a:endParaRPr>
          </a:p>
          <a:p>
            <a:pPr>
              <a:lnSpc>
                <a:spcPct val="100000"/>
              </a:lnSpc>
              <a:spcBef>
                <a:spcPts val="165"/>
              </a:spcBef>
            </a:pPr>
            <a:endParaRPr sz="2000">
              <a:latin typeface="Arial MT"/>
              <a:cs typeface="Arial MT"/>
            </a:endParaRPr>
          </a:p>
          <a:p>
            <a:pPr marL="12700" marR="5080" indent="-635">
              <a:lnSpc>
                <a:spcPts val="2200"/>
              </a:lnSpc>
            </a:pPr>
            <a:r>
              <a:rPr sz="2000" spc="50" dirty="0">
                <a:solidFill>
                  <a:srgbClr val="FFFFFF"/>
                </a:solidFill>
                <a:latin typeface="Arial MT"/>
                <a:cs typeface="Arial MT"/>
              </a:rPr>
              <a:t>Promotes</a:t>
            </a:r>
            <a:r>
              <a:rPr sz="2000" spc="270" dirty="0">
                <a:solidFill>
                  <a:srgbClr val="FFFFFF"/>
                </a:solidFill>
                <a:latin typeface="Arial MT"/>
                <a:cs typeface="Arial MT"/>
              </a:rPr>
              <a:t> </a:t>
            </a:r>
            <a:r>
              <a:rPr sz="2000" spc="135" dirty="0">
                <a:solidFill>
                  <a:srgbClr val="FFFFFF"/>
                </a:solidFill>
                <a:latin typeface="Arial MT"/>
                <a:cs typeface="Arial MT"/>
              </a:rPr>
              <a:t>the</a:t>
            </a:r>
            <a:r>
              <a:rPr sz="2000" spc="280" dirty="0">
                <a:solidFill>
                  <a:srgbClr val="FFFFFF"/>
                </a:solidFill>
                <a:latin typeface="Arial MT"/>
                <a:cs typeface="Arial MT"/>
              </a:rPr>
              <a:t> </a:t>
            </a:r>
            <a:r>
              <a:rPr sz="2000" dirty="0">
                <a:solidFill>
                  <a:srgbClr val="FFFFFF"/>
                </a:solidFill>
                <a:latin typeface="Arial MT"/>
                <a:cs typeface="Arial MT"/>
              </a:rPr>
              <a:t>use</a:t>
            </a:r>
            <a:r>
              <a:rPr sz="2000" spc="275" dirty="0">
                <a:solidFill>
                  <a:srgbClr val="FFFFFF"/>
                </a:solidFill>
                <a:latin typeface="Arial MT"/>
                <a:cs typeface="Arial MT"/>
              </a:rPr>
              <a:t> </a:t>
            </a:r>
            <a:r>
              <a:rPr sz="2000" spc="130" dirty="0">
                <a:solidFill>
                  <a:srgbClr val="FFFFFF"/>
                </a:solidFill>
                <a:latin typeface="Arial MT"/>
                <a:cs typeface="Arial MT"/>
              </a:rPr>
              <a:t>of</a:t>
            </a:r>
            <a:r>
              <a:rPr sz="2000" spc="285" dirty="0">
                <a:solidFill>
                  <a:srgbClr val="FFFFFF"/>
                </a:solidFill>
                <a:latin typeface="Arial MT"/>
                <a:cs typeface="Arial MT"/>
              </a:rPr>
              <a:t> </a:t>
            </a:r>
            <a:r>
              <a:rPr sz="2000" spc="75" dirty="0">
                <a:solidFill>
                  <a:srgbClr val="FFFFFF"/>
                </a:solidFill>
                <a:latin typeface="Arial MT"/>
                <a:cs typeface="Arial MT"/>
              </a:rPr>
              <a:t>design</a:t>
            </a:r>
            <a:r>
              <a:rPr sz="2000" spc="280" dirty="0">
                <a:solidFill>
                  <a:srgbClr val="FFFFFF"/>
                </a:solidFill>
                <a:latin typeface="Arial MT"/>
                <a:cs typeface="Arial MT"/>
              </a:rPr>
              <a:t> </a:t>
            </a:r>
            <a:r>
              <a:rPr sz="2000" spc="75" dirty="0">
                <a:solidFill>
                  <a:srgbClr val="FFFFFF"/>
                </a:solidFill>
                <a:latin typeface="Arial MT"/>
                <a:cs typeface="Arial MT"/>
              </a:rPr>
              <a:t>patterns,</a:t>
            </a:r>
            <a:r>
              <a:rPr sz="2000" spc="275" dirty="0">
                <a:solidFill>
                  <a:srgbClr val="FFFFFF"/>
                </a:solidFill>
                <a:latin typeface="Arial MT"/>
                <a:cs typeface="Arial MT"/>
              </a:rPr>
              <a:t> </a:t>
            </a:r>
            <a:r>
              <a:rPr sz="2000" spc="60" dirty="0">
                <a:solidFill>
                  <a:srgbClr val="FFFFFF"/>
                </a:solidFill>
                <a:latin typeface="Arial MT"/>
                <a:cs typeface="Arial MT"/>
              </a:rPr>
              <a:t>such</a:t>
            </a:r>
            <a:r>
              <a:rPr sz="2000" spc="285" dirty="0">
                <a:solidFill>
                  <a:srgbClr val="FFFFFF"/>
                </a:solidFill>
                <a:latin typeface="Arial MT"/>
                <a:cs typeface="Arial MT"/>
              </a:rPr>
              <a:t> </a:t>
            </a:r>
            <a:r>
              <a:rPr sz="2000" spc="-25" dirty="0">
                <a:solidFill>
                  <a:srgbClr val="FFFFFF"/>
                </a:solidFill>
                <a:latin typeface="Arial MT"/>
                <a:cs typeface="Arial MT"/>
              </a:rPr>
              <a:t>as </a:t>
            </a:r>
            <a:r>
              <a:rPr sz="2000" spc="130" dirty="0">
                <a:solidFill>
                  <a:srgbClr val="FFFFFF"/>
                </a:solidFill>
                <a:latin typeface="Arial MT"/>
                <a:cs typeface="Arial MT"/>
              </a:rPr>
              <a:t>the</a:t>
            </a:r>
            <a:r>
              <a:rPr sz="2000" spc="10" dirty="0">
                <a:solidFill>
                  <a:srgbClr val="FFFFFF"/>
                </a:solidFill>
                <a:latin typeface="Arial MT"/>
                <a:cs typeface="Arial MT"/>
              </a:rPr>
              <a:t> </a:t>
            </a:r>
            <a:r>
              <a:rPr sz="2000" spc="145" dirty="0">
                <a:solidFill>
                  <a:srgbClr val="FFFFFF"/>
                </a:solidFill>
                <a:latin typeface="Arial MT"/>
                <a:cs typeface="Arial MT"/>
              </a:rPr>
              <a:t>decorator</a:t>
            </a:r>
            <a:r>
              <a:rPr sz="2000" spc="30" dirty="0">
                <a:solidFill>
                  <a:srgbClr val="FFFFFF"/>
                </a:solidFill>
                <a:latin typeface="Arial MT"/>
                <a:cs typeface="Arial MT"/>
              </a:rPr>
              <a:t> </a:t>
            </a:r>
            <a:r>
              <a:rPr sz="2000" spc="105" dirty="0">
                <a:solidFill>
                  <a:srgbClr val="FFFFFF"/>
                </a:solidFill>
                <a:latin typeface="Arial MT"/>
                <a:cs typeface="Arial MT"/>
              </a:rPr>
              <a:t>pattern.</a:t>
            </a:r>
            <a:endParaRPr sz="2000">
              <a:latin typeface="Arial MT"/>
              <a:cs typeface="Arial MT"/>
            </a:endParaRPr>
          </a:p>
        </p:txBody>
      </p:sp>
      <p:grpSp>
        <p:nvGrpSpPr>
          <p:cNvPr id="16" name="object 16"/>
          <p:cNvGrpSpPr/>
          <p:nvPr/>
        </p:nvGrpSpPr>
        <p:grpSpPr>
          <a:xfrm>
            <a:off x="1438719" y="4866195"/>
            <a:ext cx="646430" cy="795020"/>
            <a:chOff x="1438719" y="4866195"/>
            <a:chExt cx="646430" cy="795020"/>
          </a:xfrm>
        </p:grpSpPr>
        <p:sp>
          <p:nvSpPr>
            <p:cNvPr id="17" name="object 17"/>
            <p:cNvSpPr/>
            <p:nvPr/>
          </p:nvSpPr>
          <p:spPr>
            <a:xfrm>
              <a:off x="1505108" y="5134341"/>
              <a:ext cx="543560" cy="268605"/>
            </a:xfrm>
            <a:custGeom>
              <a:avLst/>
              <a:gdLst/>
              <a:ahLst/>
              <a:cxnLst/>
              <a:rect l="l" t="t" r="r" b="b"/>
              <a:pathLst>
                <a:path w="543560" h="268604">
                  <a:moveTo>
                    <a:pt x="433763" y="268534"/>
                  </a:moveTo>
                  <a:lnTo>
                    <a:pt x="426986" y="266515"/>
                  </a:lnTo>
                  <a:lnTo>
                    <a:pt x="421300" y="261412"/>
                  </a:lnTo>
                  <a:lnTo>
                    <a:pt x="417547" y="254026"/>
                  </a:lnTo>
                  <a:lnTo>
                    <a:pt x="416040" y="245663"/>
                  </a:lnTo>
                  <a:lnTo>
                    <a:pt x="416839" y="237149"/>
                  </a:lnTo>
                  <a:lnTo>
                    <a:pt x="420005" y="229312"/>
                  </a:lnTo>
                  <a:lnTo>
                    <a:pt x="477627" y="157890"/>
                  </a:lnTo>
                  <a:lnTo>
                    <a:pt x="394239" y="157903"/>
                  </a:lnTo>
                  <a:lnTo>
                    <a:pt x="365368" y="158229"/>
                  </a:lnTo>
                  <a:lnTo>
                    <a:pt x="350082" y="158693"/>
                  </a:lnTo>
                  <a:lnTo>
                    <a:pt x="279511" y="159495"/>
                  </a:lnTo>
                  <a:lnTo>
                    <a:pt x="227941" y="158517"/>
                  </a:lnTo>
                  <a:lnTo>
                    <a:pt x="177559" y="154816"/>
                  </a:lnTo>
                  <a:lnTo>
                    <a:pt x="130032" y="147240"/>
                  </a:lnTo>
                  <a:lnTo>
                    <a:pt x="87023" y="134639"/>
                  </a:lnTo>
                  <a:lnTo>
                    <a:pt x="50199" y="115861"/>
                  </a:lnTo>
                  <a:lnTo>
                    <a:pt x="21223" y="89755"/>
                  </a:lnTo>
                  <a:lnTo>
                    <a:pt x="1760" y="55171"/>
                  </a:lnTo>
                  <a:lnTo>
                    <a:pt x="0" y="45528"/>
                  </a:lnTo>
                  <a:lnTo>
                    <a:pt x="1274" y="36413"/>
                  </a:lnTo>
                  <a:lnTo>
                    <a:pt x="5219" y="28651"/>
                  </a:lnTo>
                  <a:lnTo>
                    <a:pt x="11471" y="23071"/>
                  </a:lnTo>
                  <a:lnTo>
                    <a:pt x="19251" y="20889"/>
                  </a:lnTo>
                  <a:lnTo>
                    <a:pt x="26605" y="22469"/>
                  </a:lnTo>
                  <a:lnTo>
                    <a:pt x="32867" y="27360"/>
                  </a:lnTo>
                  <a:lnTo>
                    <a:pt x="37369" y="35109"/>
                  </a:lnTo>
                  <a:lnTo>
                    <a:pt x="57713" y="64637"/>
                  </a:lnTo>
                  <a:lnTo>
                    <a:pt x="91988" y="85420"/>
                  </a:lnTo>
                  <a:lnTo>
                    <a:pt x="136682" y="98931"/>
                  </a:lnTo>
                  <a:lnTo>
                    <a:pt x="188284" y="106645"/>
                  </a:lnTo>
                  <a:lnTo>
                    <a:pt x="243285" y="110035"/>
                  </a:lnTo>
                  <a:lnTo>
                    <a:pt x="298172" y="110576"/>
                  </a:lnTo>
                  <a:lnTo>
                    <a:pt x="349434" y="109741"/>
                  </a:lnTo>
                  <a:lnTo>
                    <a:pt x="364730" y="109615"/>
                  </a:lnTo>
                  <a:lnTo>
                    <a:pt x="407704" y="108938"/>
                  </a:lnTo>
                  <a:lnTo>
                    <a:pt x="476980" y="108938"/>
                  </a:lnTo>
                  <a:lnTo>
                    <a:pt x="419358" y="37516"/>
                  </a:lnTo>
                  <a:lnTo>
                    <a:pt x="416667" y="29817"/>
                  </a:lnTo>
                  <a:lnTo>
                    <a:pt x="416283" y="21667"/>
                  </a:lnTo>
                  <a:lnTo>
                    <a:pt x="418083" y="13817"/>
                  </a:lnTo>
                  <a:lnTo>
                    <a:pt x="421948" y="7021"/>
                  </a:lnTo>
                  <a:lnTo>
                    <a:pt x="427431" y="2231"/>
                  </a:lnTo>
                  <a:lnTo>
                    <a:pt x="433763" y="0"/>
                  </a:lnTo>
                  <a:lnTo>
                    <a:pt x="440339" y="476"/>
                  </a:lnTo>
                  <a:lnTo>
                    <a:pt x="537192" y="116160"/>
                  </a:lnTo>
                  <a:lnTo>
                    <a:pt x="543019" y="132210"/>
                  </a:lnTo>
                  <a:lnTo>
                    <a:pt x="543019" y="138630"/>
                  </a:lnTo>
                  <a:lnTo>
                    <a:pt x="542371" y="139433"/>
                  </a:lnTo>
                  <a:lnTo>
                    <a:pt x="542371" y="141038"/>
                  </a:lnTo>
                  <a:lnTo>
                    <a:pt x="541724" y="141840"/>
                  </a:lnTo>
                  <a:lnTo>
                    <a:pt x="541724" y="142643"/>
                  </a:lnTo>
                  <a:lnTo>
                    <a:pt x="541076" y="145853"/>
                  </a:lnTo>
                  <a:lnTo>
                    <a:pt x="539782" y="148260"/>
                  </a:lnTo>
                  <a:lnTo>
                    <a:pt x="447198" y="263017"/>
                  </a:lnTo>
                  <a:lnTo>
                    <a:pt x="440784" y="267393"/>
                  </a:lnTo>
                  <a:lnTo>
                    <a:pt x="433763" y="268534"/>
                  </a:lnTo>
                  <a:close/>
                </a:path>
              </a:pathLst>
            </a:custGeom>
            <a:solidFill>
              <a:srgbClr val="CEC3C0"/>
            </a:solidFill>
          </p:spPr>
          <p:txBody>
            <a:bodyPr wrap="square" lIns="0" tIns="0" rIns="0" bIns="0" rtlCol="0"/>
            <a:lstStyle/>
            <a:p>
              <a:endParaRPr/>
            </a:p>
          </p:txBody>
        </p:sp>
        <p:sp>
          <p:nvSpPr>
            <p:cNvPr id="18" name="object 18"/>
            <p:cNvSpPr/>
            <p:nvPr/>
          </p:nvSpPr>
          <p:spPr>
            <a:xfrm>
              <a:off x="1446657" y="4874133"/>
              <a:ext cx="630555" cy="779145"/>
            </a:xfrm>
            <a:custGeom>
              <a:avLst/>
              <a:gdLst/>
              <a:ahLst/>
              <a:cxnLst/>
              <a:rect l="l" t="t" r="r" b="b"/>
              <a:pathLst>
                <a:path w="630555" h="779145">
                  <a:moveTo>
                    <a:pt x="0" y="389382"/>
                  </a:moveTo>
                  <a:lnTo>
                    <a:pt x="2876" y="336545"/>
                  </a:lnTo>
                  <a:lnTo>
                    <a:pt x="11255" y="285869"/>
                  </a:lnTo>
                  <a:lnTo>
                    <a:pt x="24761" y="237817"/>
                  </a:lnTo>
                  <a:lnTo>
                    <a:pt x="43019" y="192853"/>
                  </a:lnTo>
                  <a:lnTo>
                    <a:pt x="65653" y="151442"/>
                  </a:lnTo>
                  <a:lnTo>
                    <a:pt x="92287" y="114047"/>
                  </a:lnTo>
                  <a:lnTo>
                    <a:pt x="122547" y="81132"/>
                  </a:lnTo>
                  <a:lnTo>
                    <a:pt x="156057" y="53162"/>
                  </a:lnTo>
                  <a:lnTo>
                    <a:pt x="192441" y="30599"/>
                  </a:lnTo>
                  <a:lnTo>
                    <a:pt x="231325" y="13909"/>
                  </a:lnTo>
                  <a:lnTo>
                    <a:pt x="272332" y="3554"/>
                  </a:lnTo>
                  <a:lnTo>
                    <a:pt x="315087" y="0"/>
                  </a:lnTo>
                  <a:lnTo>
                    <a:pt x="357841" y="3554"/>
                  </a:lnTo>
                  <a:lnTo>
                    <a:pt x="398848" y="13909"/>
                  </a:lnTo>
                  <a:lnTo>
                    <a:pt x="437732" y="30599"/>
                  </a:lnTo>
                  <a:lnTo>
                    <a:pt x="474116" y="53162"/>
                  </a:lnTo>
                  <a:lnTo>
                    <a:pt x="507626" y="81132"/>
                  </a:lnTo>
                  <a:lnTo>
                    <a:pt x="537886" y="114047"/>
                  </a:lnTo>
                  <a:lnTo>
                    <a:pt x="564520" y="151442"/>
                  </a:lnTo>
                  <a:lnTo>
                    <a:pt x="587154" y="192853"/>
                  </a:lnTo>
                  <a:lnTo>
                    <a:pt x="605412" y="237817"/>
                  </a:lnTo>
                  <a:lnTo>
                    <a:pt x="618918" y="285869"/>
                  </a:lnTo>
                  <a:lnTo>
                    <a:pt x="627297" y="336545"/>
                  </a:lnTo>
                  <a:lnTo>
                    <a:pt x="630174" y="389382"/>
                  </a:lnTo>
                  <a:lnTo>
                    <a:pt x="627297" y="442218"/>
                  </a:lnTo>
                  <a:lnTo>
                    <a:pt x="618918" y="492894"/>
                  </a:lnTo>
                  <a:lnTo>
                    <a:pt x="605412" y="540946"/>
                  </a:lnTo>
                  <a:lnTo>
                    <a:pt x="587154" y="585910"/>
                  </a:lnTo>
                  <a:lnTo>
                    <a:pt x="564520" y="627321"/>
                  </a:lnTo>
                  <a:lnTo>
                    <a:pt x="537886" y="664716"/>
                  </a:lnTo>
                  <a:lnTo>
                    <a:pt x="507626" y="697631"/>
                  </a:lnTo>
                  <a:lnTo>
                    <a:pt x="474116" y="725601"/>
                  </a:lnTo>
                  <a:lnTo>
                    <a:pt x="437732" y="748164"/>
                  </a:lnTo>
                  <a:lnTo>
                    <a:pt x="398848" y="764854"/>
                  </a:lnTo>
                  <a:lnTo>
                    <a:pt x="357841" y="775209"/>
                  </a:lnTo>
                  <a:lnTo>
                    <a:pt x="315087" y="778764"/>
                  </a:lnTo>
                  <a:lnTo>
                    <a:pt x="272332" y="775209"/>
                  </a:lnTo>
                  <a:lnTo>
                    <a:pt x="231325" y="764854"/>
                  </a:lnTo>
                  <a:lnTo>
                    <a:pt x="192441" y="748164"/>
                  </a:lnTo>
                  <a:lnTo>
                    <a:pt x="156057" y="725601"/>
                  </a:lnTo>
                  <a:lnTo>
                    <a:pt x="122547" y="697631"/>
                  </a:lnTo>
                  <a:lnTo>
                    <a:pt x="92287" y="664716"/>
                  </a:lnTo>
                  <a:lnTo>
                    <a:pt x="65653" y="627321"/>
                  </a:lnTo>
                  <a:lnTo>
                    <a:pt x="43019" y="585910"/>
                  </a:lnTo>
                  <a:lnTo>
                    <a:pt x="24761" y="540946"/>
                  </a:lnTo>
                  <a:lnTo>
                    <a:pt x="11255" y="492894"/>
                  </a:lnTo>
                  <a:lnTo>
                    <a:pt x="2876" y="442218"/>
                  </a:lnTo>
                  <a:lnTo>
                    <a:pt x="0" y="389382"/>
                  </a:lnTo>
                  <a:close/>
                </a:path>
              </a:pathLst>
            </a:custGeom>
            <a:ln w="15875">
              <a:solidFill>
                <a:srgbClr val="FFFFFF"/>
              </a:solidFill>
            </a:ln>
          </p:spPr>
          <p:txBody>
            <a:bodyPr wrap="square" lIns="0" tIns="0" rIns="0" bIns="0" rtlCol="0"/>
            <a:lstStyle/>
            <a:p>
              <a:endParaRPr/>
            </a:p>
          </p:txBody>
        </p:sp>
      </p:grpSp>
      <p:pic>
        <p:nvPicPr>
          <p:cNvPr id="19" name="object 19"/>
          <p:cNvPicPr/>
          <p:nvPr/>
        </p:nvPicPr>
        <p:blipFill>
          <a:blip r:embed="rId3" cstate="print"/>
          <a:stretch>
            <a:fillRect/>
          </a:stretch>
        </p:blipFill>
        <p:spPr>
          <a:xfrm>
            <a:off x="8249610" y="2700572"/>
            <a:ext cx="3670355" cy="2420829"/>
          </a:xfrm>
          <a:prstGeom prst="rect">
            <a:avLst/>
          </a:prstGeom>
        </p:spPr>
      </p:pic>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12</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24" name="TextBox 23">
            <a:extLst>
              <a:ext uri="{FF2B5EF4-FFF2-40B4-BE49-F238E27FC236}">
                <a16:creationId xmlns:a16="http://schemas.microsoft.com/office/drawing/2014/main" id="{36B77C43-6B20-B174-DEE7-0BC222FC2E80}"/>
              </a:ext>
            </a:extLst>
          </p:cNvPr>
          <p:cNvSpPr txBox="1"/>
          <p:nvPr/>
        </p:nvSpPr>
        <p:spPr>
          <a:xfrm>
            <a:off x="2779152" y="6189413"/>
            <a:ext cx="6099858" cy="369332"/>
          </a:xfrm>
          <a:prstGeom prst="rect">
            <a:avLst/>
          </a:prstGeom>
          <a:noFill/>
        </p:spPr>
        <p:txBody>
          <a:bodyPr wrap="square">
            <a:spAutoFit/>
          </a:bodyPr>
          <a:lstStyle/>
          <a:p>
            <a:pPr algn="r"/>
            <a:r>
              <a:rPr lang="vi-VN" dirty="0">
                <a:latin typeface="Google Sans Code" panose="020B0509030502040204" pitchFamily="49" charset="-93"/>
              </a:rPr>
              <a:t>THIẾT LẬP TÀI NGUYÊN - DỌN DẸP TÀI NGUYÊN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8" y="936752"/>
            <a:ext cx="10355580" cy="756920"/>
          </a:xfrm>
          <a:prstGeom prst="rect">
            <a:avLst/>
          </a:prstGeom>
        </p:spPr>
        <p:txBody>
          <a:bodyPr vert="horz" wrap="square" lIns="0" tIns="12700" rIns="0" bIns="0" rtlCol="0">
            <a:spAutoFit/>
          </a:bodyPr>
          <a:lstStyle/>
          <a:p>
            <a:pPr marL="12700">
              <a:lnSpc>
                <a:spcPct val="100000"/>
              </a:lnSpc>
              <a:spcBef>
                <a:spcPts val="100"/>
              </a:spcBef>
            </a:pPr>
            <a:r>
              <a:rPr spc="-55" dirty="0"/>
              <a:t>Custom</a:t>
            </a:r>
            <a:r>
              <a:rPr spc="-275" dirty="0"/>
              <a:t> </a:t>
            </a:r>
            <a:r>
              <a:rPr spc="-35" dirty="0"/>
              <a:t>Decorators</a:t>
            </a:r>
            <a:r>
              <a:rPr spc="-180" dirty="0"/>
              <a:t> for</a:t>
            </a:r>
            <a:r>
              <a:rPr spc="-155" dirty="0"/>
              <a:t> </a:t>
            </a:r>
            <a:r>
              <a:rPr spc="-195" dirty="0"/>
              <a:t>File</a:t>
            </a:r>
            <a:r>
              <a:rPr spc="-140" dirty="0"/>
              <a:t> </a:t>
            </a:r>
            <a:r>
              <a:rPr spc="-10" dirty="0"/>
              <a:t>Handling</a:t>
            </a:r>
          </a:p>
        </p:txBody>
      </p:sp>
      <p:grpSp>
        <p:nvGrpSpPr>
          <p:cNvPr id="3" name="object 3"/>
          <p:cNvGrpSpPr/>
          <p:nvPr/>
        </p:nvGrpSpPr>
        <p:grpSpPr>
          <a:xfrm>
            <a:off x="4547679" y="2237298"/>
            <a:ext cx="6682740" cy="1175385"/>
            <a:chOff x="4547679" y="2237298"/>
            <a:chExt cx="6682740" cy="1175385"/>
          </a:xfrm>
        </p:grpSpPr>
        <p:sp>
          <p:nvSpPr>
            <p:cNvPr id="4" name="object 4"/>
            <p:cNvSpPr/>
            <p:nvPr/>
          </p:nvSpPr>
          <p:spPr>
            <a:xfrm>
              <a:off x="4555616" y="2673477"/>
              <a:ext cx="6666865" cy="730885"/>
            </a:xfrm>
            <a:custGeom>
              <a:avLst/>
              <a:gdLst/>
              <a:ahLst/>
              <a:cxnLst/>
              <a:rect l="l" t="t" r="r" b="b"/>
              <a:pathLst>
                <a:path w="6666865" h="730885">
                  <a:moveTo>
                    <a:pt x="6666738" y="0"/>
                  </a:moveTo>
                  <a:lnTo>
                    <a:pt x="0" y="0"/>
                  </a:lnTo>
                  <a:lnTo>
                    <a:pt x="0" y="730758"/>
                  </a:lnTo>
                  <a:lnTo>
                    <a:pt x="6666738" y="730758"/>
                  </a:lnTo>
                  <a:lnTo>
                    <a:pt x="6666738" y="0"/>
                  </a:lnTo>
                  <a:close/>
                </a:path>
              </a:pathLst>
            </a:custGeom>
            <a:solidFill>
              <a:srgbClr val="CCDDEA">
                <a:alpha val="90194"/>
              </a:srgbClr>
            </a:solidFill>
          </p:spPr>
          <p:txBody>
            <a:bodyPr wrap="square" lIns="0" tIns="0" rIns="0" bIns="0" rtlCol="0"/>
            <a:lstStyle/>
            <a:p>
              <a:endParaRPr/>
            </a:p>
          </p:txBody>
        </p:sp>
        <p:sp>
          <p:nvSpPr>
            <p:cNvPr id="5" name="object 5"/>
            <p:cNvSpPr/>
            <p:nvPr/>
          </p:nvSpPr>
          <p:spPr>
            <a:xfrm>
              <a:off x="4555616" y="2673477"/>
              <a:ext cx="6666865" cy="730885"/>
            </a:xfrm>
            <a:custGeom>
              <a:avLst/>
              <a:gdLst/>
              <a:ahLst/>
              <a:cxnLst/>
              <a:rect l="l" t="t" r="r" b="b"/>
              <a:pathLst>
                <a:path w="6666865" h="730885">
                  <a:moveTo>
                    <a:pt x="0" y="0"/>
                  </a:moveTo>
                  <a:lnTo>
                    <a:pt x="6666738" y="0"/>
                  </a:lnTo>
                  <a:lnTo>
                    <a:pt x="6666738" y="730758"/>
                  </a:lnTo>
                  <a:lnTo>
                    <a:pt x="0" y="730758"/>
                  </a:lnTo>
                  <a:lnTo>
                    <a:pt x="0" y="0"/>
                  </a:lnTo>
                  <a:close/>
                </a:path>
              </a:pathLst>
            </a:custGeom>
            <a:ln w="15875">
              <a:solidFill>
                <a:srgbClr val="626F52"/>
              </a:solidFill>
            </a:ln>
          </p:spPr>
          <p:txBody>
            <a:bodyPr wrap="square" lIns="0" tIns="0" rIns="0" bIns="0" rtlCol="0"/>
            <a:lstStyle/>
            <a:p>
              <a:endParaRPr/>
            </a:p>
          </p:txBody>
        </p:sp>
        <p:sp>
          <p:nvSpPr>
            <p:cNvPr id="6" name="object 6"/>
            <p:cNvSpPr/>
            <p:nvPr/>
          </p:nvSpPr>
          <p:spPr>
            <a:xfrm>
              <a:off x="4889372" y="2245235"/>
              <a:ext cx="6171565" cy="855980"/>
            </a:xfrm>
            <a:custGeom>
              <a:avLst/>
              <a:gdLst/>
              <a:ahLst/>
              <a:cxnLst/>
              <a:rect l="l" t="t" r="r" b="b"/>
              <a:pathLst>
                <a:path w="6171565" h="855980">
                  <a:moveTo>
                    <a:pt x="6028817" y="0"/>
                  </a:moveTo>
                  <a:lnTo>
                    <a:pt x="142621" y="0"/>
                  </a:lnTo>
                  <a:lnTo>
                    <a:pt x="97542" y="7271"/>
                  </a:lnTo>
                  <a:lnTo>
                    <a:pt x="58391" y="27518"/>
                  </a:lnTo>
                  <a:lnTo>
                    <a:pt x="27518" y="58391"/>
                  </a:lnTo>
                  <a:lnTo>
                    <a:pt x="7271" y="97542"/>
                  </a:lnTo>
                  <a:lnTo>
                    <a:pt x="0" y="142621"/>
                  </a:lnTo>
                  <a:lnTo>
                    <a:pt x="0" y="713092"/>
                  </a:lnTo>
                  <a:lnTo>
                    <a:pt x="7271" y="758176"/>
                  </a:lnTo>
                  <a:lnTo>
                    <a:pt x="27518" y="797331"/>
                  </a:lnTo>
                  <a:lnTo>
                    <a:pt x="58391" y="828207"/>
                  </a:lnTo>
                  <a:lnTo>
                    <a:pt x="97542" y="848454"/>
                  </a:lnTo>
                  <a:lnTo>
                    <a:pt x="142621" y="855726"/>
                  </a:lnTo>
                  <a:lnTo>
                    <a:pt x="6028817" y="855726"/>
                  </a:lnTo>
                  <a:lnTo>
                    <a:pt x="6073895" y="848454"/>
                  </a:lnTo>
                  <a:lnTo>
                    <a:pt x="6113046" y="828207"/>
                  </a:lnTo>
                  <a:lnTo>
                    <a:pt x="6143919" y="797331"/>
                  </a:lnTo>
                  <a:lnTo>
                    <a:pt x="6164166" y="758176"/>
                  </a:lnTo>
                  <a:lnTo>
                    <a:pt x="6171438" y="713092"/>
                  </a:lnTo>
                  <a:lnTo>
                    <a:pt x="6171438" y="142621"/>
                  </a:lnTo>
                  <a:lnTo>
                    <a:pt x="6164166" y="97542"/>
                  </a:lnTo>
                  <a:lnTo>
                    <a:pt x="6143919" y="58391"/>
                  </a:lnTo>
                  <a:lnTo>
                    <a:pt x="6113046" y="27518"/>
                  </a:lnTo>
                  <a:lnTo>
                    <a:pt x="6073895" y="7271"/>
                  </a:lnTo>
                  <a:lnTo>
                    <a:pt x="6028817" y="0"/>
                  </a:lnTo>
                  <a:close/>
                </a:path>
              </a:pathLst>
            </a:custGeom>
            <a:solidFill>
              <a:srgbClr val="626F52"/>
            </a:solidFill>
          </p:spPr>
          <p:txBody>
            <a:bodyPr wrap="square" lIns="0" tIns="0" rIns="0" bIns="0" rtlCol="0"/>
            <a:lstStyle/>
            <a:p>
              <a:endParaRPr/>
            </a:p>
          </p:txBody>
        </p:sp>
        <p:sp>
          <p:nvSpPr>
            <p:cNvPr id="7" name="object 7"/>
            <p:cNvSpPr/>
            <p:nvPr/>
          </p:nvSpPr>
          <p:spPr>
            <a:xfrm>
              <a:off x="4889372" y="2245235"/>
              <a:ext cx="6171565" cy="855980"/>
            </a:xfrm>
            <a:custGeom>
              <a:avLst/>
              <a:gdLst/>
              <a:ahLst/>
              <a:cxnLst/>
              <a:rect l="l" t="t" r="r" b="b"/>
              <a:pathLst>
                <a:path w="6171565" h="855980">
                  <a:moveTo>
                    <a:pt x="0" y="142621"/>
                  </a:moveTo>
                  <a:lnTo>
                    <a:pt x="7271" y="97542"/>
                  </a:lnTo>
                  <a:lnTo>
                    <a:pt x="27518" y="58391"/>
                  </a:lnTo>
                  <a:lnTo>
                    <a:pt x="58391" y="27518"/>
                  </a:lnTo>
                  <a:lnTo>
                    <a:pt x="97542" y="7271"/>
                  </a:lnTo>
                  <a:lnTo>
                    <a:pt x="142621" y="0"/>
                  </a:lnTo>
                  <a:lnTo>
                    <a:pt x="6028817" y="0"/>
                  </a:lnTo>
                  <a:lnTo>
                    <a:pt x="6073895" y="7271"/>
                  </a:lnTo>
                  <a:lnTo>
                    <a:pt x="6113046" y="27518"/>
                  </a:lnTo>
                  <a:lnTo>
                    <a:pt x="6143919" y="58391"/>
                  </a:lnTo>
                  <a:lnTo>
                    <a:pt x="6164166" y="97542"/>
                  </a:lnTo>
                  <a:lnTo>
                    <a:pt x="6171438" y="142621"/>
                  </a:lnTo>
                  <a:lnTo>
                    <a:pt x="6171438" y="713092"/>
                  </a:lnTo>
                  <a:lnTo>
                    <a:pt x="6164166" y="758176"/>
                  </a:lnTo>
                  <a:lnTo>
                    <a:pt x="6143919" y="797331"/>
                  </a:lnTo>
                  <a:lnTo>
                    <a:pt x="6113046" y="828207"/>
                  </a:lnTo>
                  <a:lnTo>
                    <a:pt x="6073895" y="848454"/>
                  </a:lnTo>
                  <a:lnTo>
                    <a:pt x="6028817" y="855726"/>
                  </a:lnTo>
                  <a:lnTo>
                    <a:pt x="142621" y="855726"/>
                  </a:lnTo>
                  <a:lnTo>
                    <a:pt x="97542" y="848454"/>
                  </a:lnTo>
                  <a:lnTo>
                    <a:pt x="58391" y="828207"/>
                  </a:lnTo>
                  <a:lnTo>
                    <a:pt x="27518" y="797331"/>
                  </a:lnTo>
                  <a:lnTo>
                    <a:pt x="7271" y="758176"/>
                  </a:lnTo>
                  <a:lnTo>
                    <a:pt x="0" y="713092"/>
                  </a:lnTo>
                  <a:lnTo>
                    <a:pt x="0" y="142621"/>
                  </a:lnTo>
                  <a:close/>
                </a:path>
              </a:pathLst>
            </a:custGeom>
            <a:ln w="15875">
              <a:solidFill>
                <a:srgbClr val="CCDDEA"/>
              </a:solidFill>
            </a:ln>
          </p:spPr>
          <p:txBody>
            <a:bodyPr wrap="square" lIns="0" tIns="0" rIns="0" bIns="0" rtlCol="0"/>
            <a:lstStyle/>
            <a:p>
              <a:endParaRPr/>
            </a:p>
          </p:txBody>
        </p:sp>
      </p:grpSp>
      <p:grpSp>
        <p:nvGrpSpPr>
          <p:cNvPr id="8" name="object 8"/>
          <p:cNvGrpSpPr/>
          <p:nvPr/>
        </p:nvGrpSpPr>
        <p:grpSpPr>
          <a:xfrm>
            <a:off x="4547679" y="3552512"/>
            <a:ext cx="6682740" cy="1175385"/>
            <a:chOff x="4547679" y="3552512"/>
            <a:chExt cx="6682740" cy="1175385"/>
          </a:xfrm>
        </p:grpSpPr>
        <p:sp>
          <p:nvSpPr>
            <p:cNvPr id="9" name="object 9"/>
            <p:cNvSpPr/>
            <p:nvPr/>
          </p:nvSpPr>
          <p:spPr>
            <a:xfrm>
              <a:off x="4555616" y="3988689"/>
              <a:ext cx="6666865" cy="730885"/>
            </a:xfrm>
            <a:custGeom>
              <a:avLst/>
              <a:gdLst/>
              <a:ahLst/>
              <a:cxnLst/>
              <a:rect l="l" t="t" r="r" b="b"/>
              <a:pathLst>
                <a:path w="6666865" h="730885">
                  <a:moveTo>
                    <a:pt x="6666738" y="0"/>
                  </a:moveTo>
                  <a:lnTo>
                    <a:pt x="0" y="0"/>
                  </a:lnTo>
                  <a:lnTo>
                    <a:pt x="0" y="730757"/>
                  </a:lnTo>
                  <a:lnTo>
                    <a:pt x="6666738" y="730757"/>
                  </a:lnTo>
                  <a:lnTo>
                    <a:pt x="6666738" y="0"/>
                  </a:lnTo>
                  <a:close/>
                </a:path>
              </a:pathLst>
            </a:custGeom>
            <a:solidFill>
              <a:srgbClr val="CCDDEA">
                <a:alpha val="90194"/>
              </a:srgbClr>
            </a:solidFill>
          </p:spPr>
          <p:txBody>
            <a:bodyPr wrap="square" lIns="0" tIns="0" rIns="0" bIns="0" rtlCol="0"/>
            <a:lstStyle/>
            <a:p>
              <a:endParaRPr/>
            </a:p>
          </p:txBody>
        </p:sp>
        <p:sp>
          <p:nvSpPr>
            <p:cNvPr id="10" name="object 10"/>
            <p:cNvSpPr/>
            <p:nvPr/>
          </p:nvSpPr>
          <p:spPr>
            <a:xfrm>
              <a:off x="4555616" y="3988689"/>
              <a:ext cx="6666865" cy="730885"/>
            </a:xfrm>
            <a:custGeom>
              <a:avLst/>
              <a:gdLst/>
              <a:ahLst/>
              <a:cxnLst/>
              <a:rect l="l" t="t" r="r" b="b"/>
              <a:pathLst>
                <a:path w="6666865" h="730885">
                  <a:moveTo>
                    <a:pt x="0" y="0"/>
                  </a:moveTo>
                  <a:lnTo>
                    <a:pt x="6666738" y="0"/>
                  </a:lnTo>
                  <a:lnTo>
                    <a:pt x="6666738" y="730757"/>
                  </a:lnTo>
                  <a:lnTo>
                    <a:pt x="0" y="730757"/>
                  </a:lnTo>
                  <a:lnTo>
                    <a:pt x="0" y="0"/>
                  </a:lnTo>
                  <a:close/>
                </a:path>
              </a:pathLst>
            </a:custGeom>
            <a:ln w="15875">
              <a:solidFill>
                <a:srgbClr val="626F52"/>
              </a:solidFill>
            </a:ln>
          </p:spPr>
          <p:txBody>
            <a:bodyPr wrap="square" lIns="0" tIns="0" rIns="0" bIns="0" rtlCol="0"/>
            <a:lstStyle/>
            <a:p>
              <a:endParaRPr/>
            </a:p>
          </p:txBody>
        </p:sp>
        <p:sp>
          <p:nvSpPr>
            <p:cNvPr id="11" name="object 11"/>
            <p:cNvSpPr/>
            <p:nvPr/>
          </p:nvSpPr>
          <p:spPr>
            <a:xfrm>
              <a:off x="4889372" y="3560450"/>
              <a:ext cx="6171565" cy="856615"/>
            </a:xfrm>
            <a:custGeom>
              <a:avLst/>
              <a:gdLst/>
              <a:ahLst/>
              <a:cxnLst/>
              <a:rect l="l" t="t" r="r" b="b"/>
              <a:pathLst>
                <a:path w="6171565" h="856614">
                  <a:moveTo>
                    <a:pt x="6028690" y="0"/>
                  </a:moveTo>
                  <a:lnTo>
                    <a:pt x="142748" y="0"/>
                  </a:lnTo>
                  <a:lnTo>
                    <a:pt x="97627" y="7276"/>
                  </a:lnTo>
                  <a:lnTo>
                    <a:pt x="58441" y="27540"/>
                  </a:lnTo>
                  <a:lnTo>
                    <a:pt x="27540" y="58441"/>
                  </a:lnTo>
                  <a:lnTo>
                    <a:pt x="7276" y="97627"/>
                  </a:lnTo>
                  <a:lnTo>
                    <a:pt x="0" y="142748"/>
                  </a:lnTo>
                  <a:lnTo>
                    <a:pt x="0" y="713727"/>
                  </a:lnTo>
                  <a:lnTo>
                    <a:pt x="7276" y="758849"/>
                  </a:lnTo>
                  <a:lnTo>
                    <a:pt x="27540" y="798038"/>
                  </a:lnTo>
                  <a:lnTo>
                    <a:pt x="58441" y="828942"/>
                  </a:lnTo>
                  <a:lnTo>
                    <a:pt x="97627" y="849209"/>
                  </a:lnTo>
                  <a:lnTo>
                    <a:pt x="142748" y="856488"/>
                  </a:lnTo>
                  <a:lnTo>
                    <a:pt x="6028690" y="856488"/>
                  </a:lnTo>
                  <a:lnTo>
                    <a:pt x="6073810" y="849209"/>
                  </a:lnTo>
                  <a:lnTo>
                    <a:pt x="6112996" y="828942"/>
                  </a:lnTo>
                  <a:lnTo>
                    <a:pt x="6143897" y="798038"/>
                  </a:lnTo>
                  <a:lnTo>
                    <a:pt x="6164161" y="758849"/>
                  </a:lnTo>
                  <a:lnTo>
                    <a:pt x="6171438" y="713727"/>
                  </a:lnTo>
                  <a:lnTo>
                    <a:pt x="6171438" y="142748"/>
                  </a:lnTo>
                  <a:lnTo>
                    <a:pt x="6164161" y="97627"/>
                  </a:lnTo>
                  <a:lnTo>
                    <a:pt x="6143897" y="58441"/>
                  </a:lnTo>
                  <a:lnTo>
                    <a:pt x="6112996" y="27540"/>
                  </a:lnTo>
                  <a:lnTo>
                    <a:pt x="6073810" y="7276"/>
                  </a:lnTo>
                  <a:lnTo>
                    <a:pt x="6028690" y="0"/>
                  </a:lnTo>
                  <a:close/>
                </a:path>
              </a:pathLst>
            </a:custGeom>
            <a:solidFill>
              <a:srgbClr val="626F52"/>
            </a:solidFill>
          </p:spPr>
          <p:txBody>
            <a:bodyPr wrap="square" lIns="0" tIns="0" rIns="0" bIns="0" rtlCol="0"/>
            <a:lstStyle/>
            <a:p>
              <a:endParaRPr/>
            </a:p>
          </p:txBody>
        </p:sp>
        <p:sp>
          <p:nvSpPr>
            <p:cNvPr id="12" name="object 12"/>
            <p:cNvSpPr/>
            <p:nvPr/>
          </p:nvSpPr>
          <p:spPr>
            <a:xfrm>
              <a:off x="4889372" y="3560450"/>
              <a:ext cx="6171565" cy="856615"/>
            </a:xfrm>
            <a:custGeom>
              <a:avLst/>
              <a:gdLst/>
              <a:ahLst/>
              <a:cxnLst/>
              <a:rect l="l" t="t" r="r" b="b"/>
              <a:pathLst>
                <a:path w="6171565" h="856614">
                  <a:moveTo>
                    <a:pt x="0" y="142748"/>
                  </a:moveTo>
                  <a:lnTo>
                    <a:pt x="7276" y="97627"/>
                  </a:lnTo>
                  <a:lnTo>
                    <a:pt x="27540" y="58441"/>
                  </a:lnTo>
                  <a:lnTo>
                    <a:pt x="58441" y="27540"/>
                  </a:lnTo>
                  <a:lnTo>
                    <a:pt x="97627" y="7276"/>
                  </a:lnTo>
                  <a:lnTo>
                    <a:pt x="142748" y="0"/>
                  </a:lnTo>
                  <a:lnTo>
                    <a:pt x="6028690" y="0"/>
                  </a:lnTo>
                  <a:lnTo>
                    <a:pt x="6073810" y="7276"/>
                  </a:lnTo>
                  <a:lnTo>
                    <a:pt x="6112996" y="27540"/>
                  </a:lnTo>
                  <a:lnTo>
                    <a:pt x="6143897" y="58441"/>
                  </a:lnTo>
                  <a:lnTo>
                    <a:pt x="6164161" y="97627"/>
                  </a:lnTo>
                  <a:lnTo>
                    <a:pt x="6171438" y="142748"/>
                  </a:lnTo>
                  <a:lnTo>
                    <a:pt x="6171438" y="713727"/>
                  </a:lnTo>
                  <a:lnTo>
                    <a:pt x="6164161" y="758849"/>
                  </a:lnTo>
                  <a:lnTo>
                    <a:pt x="6143897" y="798038"/>
                  </a:lnTo>
                  <a:lnTo>
                    <a:pt x="6112996" y="828942"/>
                  </a:lnTo>
                  <a:lnTo>
                    <a:pt x="6073810" y="849209"/>
                  </a:lnTo>
                  <a:lnTo>
                    <a:pt x="6028690" y="856488"/>
                  </a:lnTo>
                  <a:lnTo>
                    <a:pt x="142748" y="856488"/>
                  </a:lnTo>
                  <a:lnTo>
                    <a:pt x="97627" y="849209"/>
                  </a:lnTo>
                  <a:lnTo>
                    <a:pt x="58441" y="828942"/>
                  </a:lnTo>
                  <a:lnTo>
                    <a:pt x="27540" y="798038"/>
                  </a:lnTo>
                  <a:lnTo>
                    <a:pt x="7276" y="758849"/>
                  </a:lnTo>
                  <a:lnTo>
                    <a:pt x="0" y="713727"/>
                  </a:lnTo>
                  <a:lnTo>
                    <a:pt x="0" y="142748"/>
                  </a:lnTo>
                  <a:close/>
                </a:path>
              </a:pathLst>
            </a:custGeom>
            <a:ln w="15875">
              <a:solidFill>
                <a:srgbClr val="CCDDEA"/>
              </a:solidFill>
            </a:ln>
          </p:spPr>
          <p:txBody>
            <a:bodyPr wrap="square" lIns="0" tIns="0" rIns="0" bIns="0" rtlCol="0"/>
            <a:lstStyle/>
            <a:p>
              <a:endParaRPr/>
            </a:p>
          </p:txBody>
        </p:sp>
      </p:grpSp>
      <p:grpSp>
        <p:nvGrpSpPr>
          <p:cNvPr id="13" name="object 13"/>
          <p:cNvGrpSpPr/>
          <p:nvPr/>
        </p:nvGrpSpPr>
        <p:grpSpPr>
          <a:xfrm>
            <a:off x="4547679" y="4868485"/>
            <a:ext cx="6682740" cy="1174115"/>
            <a:chOff x="4547679" y="4868485"/>
            <a:chExt cx="6682740" cy="1174115"/>
          </a:xfrm>
        </p:grpSpPr>
        <p:sp>
          <p:nvSpPr>
            <p:cNvPr id="14" name="object 14"/>
            <p:cNvSpPr/>
            <p:nvPr/>
          </p:nvSpPr>
          <p:spPr>
            <a:xfrm>
              <a:off x="4555616" y="5303901"/>
              <a:ext cx="6666865" cy="730885"/>
            </a:xfrm>
            <a:custGeom>
              <a:avLst/>
              <a:gdLst/>
              <a:ahLst/>
              <a:cxnLst/>
              <a:rect l="l" t="t" r="r" b="b"/>
              <a:pathLst>
                <a:path w="6666865" h="730885">
                  <a:moveTo>
                    <a:pt x="6666738" y="0"/>
                  </a:moveTo>
                  <a:lnTo>
                    <a:pt x="0" y="0"/>
                  </a:lnTo>
                  <a:lnTo>
                    <a:pt x="0" y="730757"/>
                  </a:lnTo>
                  <a:lnTo>
                    <a:pt x="6666738" y="730757"/>
                  </a:lnTo>
                  <a:lnTo>
                    <a:pt x="6666738" y="0"/>
                  </a:lnTo>
                  <a:close/>
                </a:path>
              </a:pathLst>
            </a:custGeom>
            <a:solidFill>
              <a:srgbClr val="CCDDEA">
                <a:alpha val="90194"/>
              </a:srgbClr>
            </a:solidFill>
          </p:spPr>
          <p:txBody>
            <a:bodyPr wrap="square" lIns="0" tIns="0" rIns="0" bIns="0" rtlCol="0"/>
            <a:lstStyle/>
            <a:p>
              <a:endParaRPr/>
            </a:p>
          </p:txBody>
        </p:sp>
        <p:sp>
          <p:nvSpPr>
            <p:cNvPr id="15" name="object 15"/>
            <p:cNvSpPr/>
            <p:nvPr/>
          </p:nvSpPr>
          <p:spPr>
            <a:xfrm>
              <a:off x="4555616" y="5303901"/>
              <a:ext cx="6666865" cy="730885"/>
            </a:xfrm>
            <a:custGeom>
              <a:avLst/>
              <a:gdLst/>
              <a:ahLst/>
              <a:cxnLst/>
              <a:rect l="l" t="t" r="r" b="b"/>
              <a:pathLst>
                <a:path w="6666865" h="730885">
                  <a:moveTo>
                    <a:pt x="0" y="0"/>
                  </a:moveTo>
                  <a:lnTo>
                    <a:pt x="6666738" y="0"/>
                  </a:lnTo>
                  <a:lnTo>
                    <a:pt x="6666738" y="730757"/>
                  </a:lnTo>
                  <a:lnTo>
                    <a:pt x="0" y="730757"/>
                  </a:lnTo>
                  <a:lnTo>
                    <a:pt x="0" y="0"/>
                  </a:lnTo>
                  <a:close/>
                </a:path>
              </a:pathLst>
            </a:custGeom>
            <a:ln w="15875">
              <a:solidFill>
                <a:srgbClr val="626F52"/>
              </a:solidFill>
            </a:ln>
          </p:spPr>
          <p:txBody>
            <a:bodyPr wrap="square" lIns="0" tIns="0" rIns="0" bIns="0" rtlCol="0"/>
            <a:lstStyle/>
            <a:p>
              <a:endParaRPr/>
            </a:p>
          </p:txBody>
        </p:sp>
        <p:sp>
          <p:nvSpPr>
            <p:cNvPr id="16" name="object 16"/>
            <p:cNvSpPr/>
            <p:nvPr/>
          </p:nvSpPr>
          <p:spPr>
            <a:xfrm>
              <a:off x="4889372" y="4876422"/>
              <a:ext cx="6171565" cy="855980"/>
            </a:xfrm>
            <a:custGeom>
              <a:avLst/>
              <a:gdLst/>
              <a:ahLst/>
              <a:cxnLst/>
              <a:rect l="l" t="t" r="r" b="b"/>
              <a:pathLst>
                <a:path w="6171565" h="855979">
                  <a:moveTo>
                    <a:pt x="6028817" y="0"/>
                  </a:moveTo>
                  <a:lnTo>
                    <a:pt x="142621" y="0"/>
                  </a:lnTo>
                  <a:lnTo>
                    <a:pt x="97542" y="7271"/>
                  </a:lnTo>
                  <a:lnTo>
                    <a:pt x="58391" y="27518"/>
                  </a:lnTo>
                  <a:lnTo>
                    <a:pt x="27518" y="58391"/>
                  </a:lnTo>
                  <a:lnTo>
                    <a:pt x="7271" y="97542"/>
                  </a:lnTo>
                  <a:lnTo>
                    <a:pt x="0" y="142620"/>
                  </a:lnTo>
                  <a:lnTo>
                    <a:pt x="0" y="713092"/>
                  </a:lnTo>
                  <a:lnTo>
                    <a:pt x="7271" y="758176"/>
                  </a:lnTo>
                  <a:lnTo>
                    <a:pt x="27518" y="797331"/>
                  </a:lnTo>
                  <a:lnTo>
                    <a:pt x="58391" y="828207"/>
                  </a:lnTo>
                  <a:lnTo>
                    <a:pt x="97542" y="848454"/>
                  </a:lnTo>
                  <a:lnTo>
                    <a:pt x="142621" y="855726"/>
                  </a:lnTo>
                  <a:lnTo>
                    <a:pt x="6028817" y="855726"/>
                  </a:lnTo>
                  <a:lnTo>
                    <a:pt x="6073895" y="848454"/>
                  </a:lnTo>
                  <a:lnTo>
                    <a:pt x="6113046" y="828207"/>
                  </a:lnTo>
                  <a:lnTo>
                    <a:pt x="6143919" y="797331"/>
                  </a:lnTo>
                  <a:lnTo>
                    <a:pt x="6164166" y="758176"/>
                  </a:lnTo>
                  <a:lnTo>
                    <a:pt x="6171438" y="713092"/>
                  </a:lnTo>
                  <a:lnTo>
                    <a:pt x="6171438" y="142620"/>
                  </a:lnTo>
                  <a:lnTo>
                    <a:pt x="6164166" y="97542"/>
                  </a:lnTo>
                  <a:lnTo>
                    <a:pt x="6143919" y="58391"/>
                  </a:lnTo>
                  <a:lnTo>
                    <a:pt x="6113046" y="27518"/>
                  </a:lnTo>
                  <a:lnTo>
                    <a:pt x="6073895" y="7271"/>
                  </a:lnTo>
                  <a:lnTo>
                    <a:pt x="6028817" y="0"/>
                  </a:lnTo>
                  <a:close/>
                </a:path>
              </a:pathLst>
            </a:custGeom>
            <a:solidFill>
              <a:srgbClr val="626F52"/>
            </a:solidFill>
          </p:spPr>
          <p:txBody>
            <a:bodyPr wrap="square" lIns="0" tIns="0" rIns="0" bIns="0" rtlCol="0"/>
            <a:lstStyle/>
            <a:p>
              <a:endParaRPr/>
            </a:p>
          </p:txBody>
        </p:sp>
        <p:sp>
          <p:nvSpPr>
            <p:cNvPr id="17" name="object 17"/>
            <p:cNvSpPr/>
            <p:nvPr/>
          </p:nvSpPr>
          <p:spPr>
            <a:xfrm>
              <a:off x="4889372" y="4876422"/>
              <a:ext cx="6171565" cy="855980"/>
            </a:xfrm>
            <a:custGeom>
              <a:avLst/>
              <a:gdLst/>
              <a:ahLst/>
              <a:cxnLst/>
              <a:rect l="l" t="t" r="r" b="b"/>
              <a:pathLst>
                <a:path w="6171565" h="855979">
                  <a:moveTo>
                    <a:pt x="0" y="142620"/>
                  </a:moveTo>
                  <a:lnTo>
                    <a:pt x="7271" y="97542"/>
                  </a:lnTo>
                  <a:lnTo>
                    <a:pt x="27518" y="58391"/>
                  </a:lnTo>
                  <a:lnTo>
                    <a:pt x="58391" y="27518"/>
                  </a:lnTo>
                  <a:lnTo>
                    <a:pt x="97542" y="7271"/>
                  </a:lnTo>
                  <a:lnTo>
                    <a:pt x="142621" y="0"/>
                  </a:lnTo>
                  <a:lnTo>
                    <a:pt x="6028817" y="0"/>
                  </a:lnTo>
                  <a:lnTo>
                    <a:pt x="6073895" y="7271"/>
                  </a:lnTo>
                  <a:lnTo>
                    <a:pt x="6113046" y="27518"/>
                  </a:lnTo>
                  <a:lnTo>
                    <a:pt x="6143919" y="58391"/>
                  </a:lnTo>
                  <a:lnTo>
                    <a:pt x="6164166" y="97542"/>
                  </a:lnTo>
                  <a:lnTo>
                    <a:pt x="6171438" y="142620"/>
                  </a:lnTo>
                  <a:lnTo>
                    <a:pt x="6171438" y="713092"/>
                  </a:lnTo>
                  <a:lnTo>
                    <a:pt x="6164166" y="758176"/>
                  </a:lnTo>
                  <a:lnTo>
                    <a:pt x="6143919" y="797331"/>
                  </a:lnTo>
                  <a:lnTo>
                    <a:pt x="6113046" y="828207"/>
                  </a:lnTo>
                  <a:lnTo>
                    <a:pt x="6073895" y="848454"/>
                  </a:lnTo>
                  <a:lnTo>
                    <a:pt x="6028817" y="855726"/>
                  </a:lnTo>
                  <a:lnTo>
                    <a:pt x="142621" y="855726"/>
                  </a:lnTo>
                  <a:lnTo>
                    <a:pt x="97542" y="848454"/>
                  </a:lnTo>
                  <a:lnTo>
                    <a:pt x="58391" y="828207"/>
                  </a:lnTo>
                  <a:lnTo>
                    <a:pt x="27518" y="797331"/>
                  </a:lnTo>
                  <a:lnTo>
                    <a:pt x="7271" y="758176"/>
                  </a:lnTo>
                  <a:lnTo>
                    <a:pt x="0" y="713092"/>
                  </a:lnTo>
                  <a:lnTo>
                    <a:pt x="0" y="142620"/>
                  </a:lnTo>
                  <a:close/>
                </a:path>
              </a:pathLst>
            </a:custGeom>
            <a:ln w="15875">
              <a:solidFill>
                <a:srgbClr val="CCDDEA"/>
              </a:solidFill>
            </a:ln>
          </p:spPr>
          <p:txBody>
            <a:bodyPr wrap="square" lIns="0" tIns="0" rIns="0" bIns="0" rtlCol="0"/>
            <a:lstStyle/>
            <a:p>
              <a:endParaRPr/>
            </a:p>
          </p:txBody>
        </p:sp>
      </p:grpSp>
      <p:sp>
        <p:nvSpPr>
          <p:cNvPr id="18" name="object 18"/>
          <p:cNvSpPr txBox="1"/>
          <p:nvPr/>
        </p:nvSpPr>
        <p:spPr>
          <a:xfrm>
            <a:off x="5094197" y="2350909"/>
            <a:ext cx="5761990" cy="3240405"/>
          </a:xfrm>
          <a:prstGeom prst="rect">
            <a:avLst/>
          </a:prstGeom>
        </p:spPr>
        <p:txBody>
          <a:bodyPr vert="horz" wrap="square" lIns="0" tIns="42545" rIns="0" bIns="0" rtlCol="0">
            <a:spAutoFit/>
          </a:bodyPr>
          <a:lstStyle/>
          <a:p>
            <a:pPr marL="12700" marR="6985">
              <a:lnSpc>
                <a:spcPts val="2200"/>
              </a:lnSpc>
              <a:spcBef>
                <a:spcPts val="335"/>
              </a:spcBef>
            </a:pPr>
            <a:r>
              <a:rPr sz="2000" spc="130" dirty="0">
                <a:solidFill>
                  <a:srgbClr val="FFFFFF"/>
                </a:solidFill>
                <a:latin typeface="Arial MT"/>
                <a:cs typeface="Arial MT"/>
              </a:rPr>
              <a:t>Manages</a:t>
            </a:r>
            <a:r>
              <a:rPr sz="2000" spc="170" dirty="0">
                <a:solidFill>
                  <a:srgbClr val="FFFFFF"/>
                </a:solidFill>
                <a:latin typeface="Arial MT"/>
                <a:cs typeface="Arial MT"/>
              </a:rPr>
              <a:t> </a:t>
            </a:r>
            <a:r>
              <a:rPr sz="2000" spc="125" dirty="0">
                <a:solidFill>
                  <a:srgbClr val="FFFFFF"/>
                </a:solidFill>
                <a:latin typeface="Arial MT"/>
                <a:cs typeface="Arial MT"/>
              </a:rPr>
              <a:t>additional</a:t>
            </a:r>
            <a:r>
              <a:rPr sz="2000" spc="170" dirty="0">
                <a:solidFill>
                  <a:srgbClr val="FFFFFF"/>
                </a:solidFill>
                <a:latin typeface="Arial MT"/>
                <a:cs typeface="Arial MT"/>
              </a:rPr>
              <a:t> </a:t>
            </a:r>
            <a:r>
              <a:rPr sz="2000" spc="65" dirty="0">
                <a:solidFill>
                  <a:srgbClr val="FFFFFF"/>
                </a:solidFill>
                <a:latin typeface="Arial MT"/>
                <a:cs typeface="Arial MT"/>
              </a:rPr>
              <a:t>features,</a:t>
            </a:r>
            <a:r>
              <a:rPr sz="2000" spc="165" dirty="0">
                <a:solidFill>
                  <a:srgbClr val="FFFFFF"/>
                </a:solidFill>
                <a:latin typeface="Arial MT"/>
                <a:cs typeface="Arial MT"/>
              </a:rPr>
              <a:t> </a:t>
            </a:r>
            <a:r>
              <a:rPr sz="2000" spc="90" dirty="0">
                <a:solidFill>
                  <a:srgbClr val="FFFFFF"/>
                </a:solidFill>
                <a:latin typeface="Arial MT"/>
                <a:cs typeface="Arial MT"/>
              </a:rPr>
              <a:t>letting</a:t>
            </a:r>
            <a:r>
              <a:rPr sz="2000" spc="170" dirty="0">
                <a:solidFill>
                  <a:srgbClr val="FFFFFF"/>
                </a:solidFill>
                <a:latin typeface="Arial MT"/>
                <a:cs typeface="Arial MT"/>
              </a:rPr>
              <a:t> </a:t>
            </a:r>
            <a:r>
              <a:rPr sz="2000" spc="65" dirty="0">
                <a:solidFill>
                  <a:srgbClr val="FFFFFF"/>
                </a:solidFill>
                <a:latin typeface="Arial MT"/>
                <a:cs typeface="Arial MT"/>
              </a:rPr>
              <a:t>functions </a:t>
            </a:r>
            <a:r>
              <a:rPr sz="2000" spc="80" dirty="0">
                <a:solidFill>
                  <a:srgbClr val="FFFFFF"/>
                </a:solidFill>
                <a:latin typeface="Arial MT"/>
                <a:cs typeface="Arial MT"/>
              </a:rPr>
              <a:t>focus</a:t>
            </a:r>
            <a:r>
              <a:rPr sz="2000" spc="20" dirty="0">
                <a:solidFill>
                  <a:srgbClr val="FFFFFF"/>
                </a:solidFill>
                <a:latin typeface="Arial MT"/>
                <a:cs typeface="Arial MT"/>
              </a:rPr>
              <a:t> </a:t>
            </a:r>
            <a:r>
              <a:rPr sz="2000" spc="140" dirty="0">
                <a:solidFill>
                  <a:srgbClr val="FFFFFF"/>
                </a:solidFill>
                <a:latin typeface="Arial MT"/>
                <a:cs typeface="Arial MT"/>
              </a:rPr>
              <a:t>on</a:t>
            </a:r>
            <a:r>
              <a:rPr sz="2000" spc="20" dirty="0">
                <a:solidFill>
                  <a:srgbClr val="FFFFFF"/>
                </a:solidFill>
                <a:latin typeface="Arial MT"/>
                <a:cs typeface="Arial MT"/>
              </a:rPr>
              <a:t> </a:t>
            </a:r>
            <a:r>
              <a:rPr sz="2000" spc="50" dirty="0">
                <a:solidFill>
                  <a:srgbClr val="FFFFFF"/>
                </a:solidFill>
                <a:latin typeface="Arial MT"/>
                <a:cs typeface="Arial MT"/>
              </a:rPr>
              <a:t>their</a:t>
            </a:r>
            <a:r>
              <a:rPr sz="2000" spc="15" dirty="0">
                <a:solidFill>
                  <a:srgbClr val="FFFFFF"/>
                </a:solidFill>
                <a:latin typeface="Arial MT"/>
                <a:cs typeface="Arial MT"/>
              </a:rPr>
              <a:t> </a:t>
            </a:r>
            <a:r>
              <a:rPr sz="2000" spc="75" dirty="0">
                <a:solidFill>
                  <a:srgbClr val="FFFFFF"/>
                </a:solidFill>
                <a:latin typeface="Arial MT"/>
                <a:cs typeface="Arial MT"/>
              </a:rPr>
              <a:t>primary</a:t>
            </a:r>
            <a:r>
              <a:rPr sz="2000" spc="30" dirty="0">
                <a:solidFill>
                  <a:srgbClr val="FFFFFF"/>
                </a:solidFill>
                <a:latin typeface="Arial MT"/>
                <a:cs typeface="Arial MT"/>
              </a:rPr>
              <a:t> </a:t>
            </a:r>
            <a:r>
              <a:rPr sz="2000" spc="-10" dirty="0">
                <a:solidFill>
                  <a:srgbClr val="FFFFFF"/>
                </a:solidFill>
                <a:latin typeface="Arial MT"/>
                <a:cs typeface="Arial MT"/>
              </a:rPr>
              <a:t>tasks.</a:t>
            </a:r>
            <a:endParaRPr sz="2000">
              <a:latin typeface="Arial MT"/>
              <a:cs typeface="Arial MT"/>
            </a:endParaRPr>
          </a:p>
          <a:p>
            <a:pPr>
              <a:lnSpc>
                <a:spcPct val="100000"/>
              </a:lnSpc>
            </a:pPr>
            <a:endParaRPr sz="2000">
              <a:latin typeface="Arial MT"/>
              <a:cs typeface="Arial MT"/>
            </a:endParaRPr>
          </a:p>
          <a:p>
            <a:pPr>
              <a:lnSpc>
                <a:spcPct val="100000"/>
              </a:lnSpc>
              <a:spcBef>
                <a:spcPts val="1360"/>
              </a:spcBef>
            </a:pPr>
            <a:endParaRPr sz="2000">
              <a:latin typeface="Arial MT"/>
              <a:cs typeface="Arial MT"/>
            </a:endParaRPr>
          </a:p>
          <a:p>
            <a:pPr marL="12700" marR="5715">
              <a:lnSpc>
                <a:spcPts val="2200"/>
              </a:lnSpc>
              <a:tabLst>
                <a:tab pos="918210" algn="l"/>
                <a:tab pos="2668905" algn="l"/>
                <a:tab pos="3774440" algn="l"/>
                <a:tab pos="5138420" algn="l"/>
              </a:tabLst>
            </a:pPr>
            <a:r>
              <a:rPr sz="2000" spc="-20" dirty="0">
                <a:solidFill>
                  <a:srgbClr val="FFFFFF"/>
                </a:solidFill>
                <a:latin typeface="Arial MT"/>
                <a:cs typeface="Arial MT"/>
              </a:rPr>
              <a:t>Logs</a:t>
            </a:r>
            <a:r>
              <a:rPr sz="2000" dirty="0">
                <a:solidFill>
                  <a:srgbClr val="FFFFFF"/>
                </a:solidFill>
                <a:latin typeface="Arial MT"/>
                <a:cs typeface="Arial MT"/>
              </a:rPr>
              <a:t>	</a:t>
            </a:r>
            <a:r>
              <a:rPr sz="2000" spc="80" dirty="0">
                <a:solidFill>
                  <a:srgbClr val="FFFFFF"/>
                </a:solidFill>
                <a:latin typeface="Arial MT"/>
                <a:cs typeface="Arial MT"/>
              </a:rPr>
              <a:t>information</a:t>
            </a:r>
            <a:r>
              <a:rPr sz="2000" dirty="0">
                <a:solidFill>
                  <a:srgbClr val="FFFFFF"/>
                </a:solidFill>
                <a:latin typeface="Arial MT"/>
                <a:cs typeface="Arial MT"/>
              </a:rPr>
              <a:t>	</a:t>
            </a:r>
            <a:r>
              <a:rPr sz="2000" spc="165" dirty="0">
                <a:solidFill>
                  <a:srgbClr val="FFFFFF"/>
                </a:solidFill>
                <a:latin typeface="Arial MT"/>
                <a:cs typeface="Arial MT"/>
              </a:rPr>
              <a:t>about</a:t>
            </a:r>
            <a:r>
              <a:rPr sz="2000" dirty="0">
                <a:solidFill>
                  <a:srgbClr val="FFFFFF"/>
                </a:solidFill>
                <a:latin typeface="Arial MT"/>
                <a:cs typeface="Arial MT"/>
              </a:rPr>
              <a:t>	</a:t>
            </a:r>
            <a:r>
              <a:rPr sz="2000" spc="100" dirty="0">
                <a:solidFill>
                  <a:srgbClr val="FFFFFF"/>
                </a:solidFill>
                <a:latin typeface="Arial MT"/>
                <a:cs typeface="Arial MT"/>
              </a:rPr>
              <a:t>function</a:t>
            </a:r>
            <a:r>
              <a:rPr sz="2000" dirty="0">
                <a:solidFill>
                  <a:srgbClr val="FFFFFF"/>
                </a:solidFill>
                <a:latin typeface="Arial MT"/>
                <a:cs typeface="Arial MT"/>
              </a:rPr>
              <a:t>	</a:t>
            </a:r>
            <a:r>
              <a:rPr sz="2000" spc="-10" dirty="0">
                <a:solidFill>
                  <a:srgbClr val="FFFFFF"/>
                </a:solidFill>
                <a:latin typeface="Arial MT"/>
                <a:cs typeface="Arial MT"/>
              </a:rPr>
              <a:t>calls, </a:t>
            </a:r>
            <a:r>
              <a:rPr sz="2000" spc="125" dirty="0">
                <a:solidFill>
                  <a:srgbClr val="FFFFFF"/>
                </a:solidFill>
                <a:latin typeface="Arial MT"/>
                <a:cs typeface="Arial MT"/>
              </a:rPr>
              <a:t>received</a:t>
            </a:r>
            <a:r>
              <a:rPr sz="2000" spc="30" dirty="0">
                <a:solidFill>
                  <a:srgbClr val="FFFFFF"/>
                </a:solidFill>
                <a:latin typeface="Arial MT"/>
                <a:cs typeface="Arial MT"/>
              </a:rPr>
              <a:t> </a:t>
            </a:r>
            <a:r>
              <a:rPr sz="2000" spc="80" dirty="0">
                <a:solidFill>
                  <a:srgbClr val="FFFFFF"/>
                </a:solidFill>
                <a:latin typeface="Arial MT"/>
                <a:cs typeface="Arial MT"/>
              </a:rPr>
              <a:t>arguments,</a:t>
            </a:r>
            <a:r>
              <a:rPr sz="2000" spc="40" dirty="0">
                <a:solidFill>
                  <a:srgbClr val="FFFFFF"/>
                </a:solidFill>
                <a:latin typeface="Arial MT"/>
                <a:cs typeface="Arial MT"/>
              </a:rPr>
              <a:t> </a:t>
            </a:r>
            <a:r>
              <a:rPr sz="2000" spc="195" dirty="0">
                <a:solidFill>
                  <a:srgbClr val="FFFFFF"/>
                </a:solidFill>
                <a:latin typeface="Arial MT"/>
                <a:cs typeface="Arial MT"/>
              </a:rPr>
              <a:t>and</a:t>
            </a:r>
            <a:r>
              <a:rPr sz="2000" spc="30" dirty="0">
                <a:solidFill>
                  <a:srgbClr val="FFFFFF"/>
                </a:solidFill>
                <a:latin typeface="Arial MT"/>
                <a:cs typeface="Arial MT"/>
              </a:rPr>
              <a:t> </a:t>
            </a:r>
            <a:r>
              <a:rPr sz="2000" spc="95" dirty="0">
                <a:solidFill>
                  <a:srgbClr val="FFFFFF"/>
                </a:solidFill>
                <a:latin typeface="Arial MT"/>
                <a:cs typeface="Arial MT"/>
              </a:rPr>
              <a:t>relevant</a:t>
            </a:r>
            <a:r>
              <a:rPr sz="2000" spc="25" dirty="0">
                <a:solidFill>
                  <a:srgbClr val="FFFFFF"/>
                </a:solidFill>
                <a:latin typeface="Arial MT"/>
                <a:cs typeface="Arial MT"/>
              </a:rPr>
              <a:t> </a:t>
            </a:r>
            <a:r>
              <a:rPr sz="2000" spc="45" dirty="0">
                <a:solidFill>
                  <a:srgbClr val="FFFFFF"/>
                </a:solidFill>
                <a:latin typeface="Arial MT"/>
                <a:cs typeface="Arial MT"/>
              </a:rPr>
              <a:t>details.</a:t>
            </a:r>
            <a:endParaRPr sz="2000">
              <a:latin typeface="Arial MT"/>
              <a:cs typeface="Arial MT"/>
            </a:endParaRPr>
          </a:p>
          <a:p>
            <a:pPr>
              <a:lnSpc>
                <a:spcPct val="100000"/>
              </a:lnSpc>
            </a:pPr>
            <a:endParaRPr sz="2000">
              <a:latin typeface="Arial MT"/>
              <a:cs typeface="Arial MT"/>
            </a:endParaRPr>
          </a:p>
          <a:p>
            <a:pPr>
              <a:lnSpc>
                <a:spcPct val="100000"/>
              </a:lnSpc>
              <a:spcBef>
                <a:spcPts val="1355"/>
              </a:spcBef>
            </a:pPr>
            <a:endParaRPr sz="2000">
              <a:latin typeface="Arial MT"/>
              <a:cs typeface="Arial MT"/>
            </a:endParaRPr>
          </a:p>
          <a:p>
            <a:pPr marL="12700" marR="5080" indent="-635">
              <a:lnSpc>
                <a:spcPts val="2200"/>
              </a:lnSpc>
              <a:spcBef>
                <a:spcPts val="5"/>
              </a:spcBef>
              <a:tabLst>
                <a:tab pos="963930" algn="l"/>
                <a:tab pos="2242820" algn="l"/>
                <a:tab pos="3676015" algn="l"/>
                <a:tab pos="4382770" algn="l"/>
              </a:tabLst>
            </a:pPr>
            <a:r>
              <a:rPr sz="2000" spc="-10" dirty="0">
                <a:solidFill>
                  <a:srgbClr val="FFFFFF"/>
                </a:solidFill>
                <a:latin typeface="Arial MT"/>
                <a:cs typeface="Arial MT"/>
              </a:rPr>
              <a:t>Tracks</a:t>
            </a:r>
            <a:r>
              <a:rPr sz="2000" dirty="0">
                <a:solidFill>
                  <a:srgbClr val="FFFFFF"/>
                </a:solidFill>
                <a:latin typeface="Arial MT"/>
                <a:cs typeface="Arial MT"/>
              </a:rPr>
              <a:t>	</a:t>
            </a:r>
            <a:r>
              <a:rPr sz="2000" spc="125" dirty="0">
                <a:solidFill>
                  <a:srgbClr val="FFFFFF"/>
                </a:solidFill>
                <a:latin typeface="Arial MT"/>
                <a:cs typeface="Arial MT"/>
              </a:rPr>
              <a:t>program</a:t>
            </a:r>
            <a:r>
              <a:rPr sz="2000" dirty="0">
                <a:solidFill>
                  <a:srgbClr val="FFFFFF"/>
                </a:solidFill>
                <a:latin typeface="Arial MT"/>
                <a:cs typeface="Arial MT"/>
              </a:rPr>
              <a:t>	</a:t>
            </a:r>
            <a:r>
              <a:rPr sz="2000" spc="105" dirty="0">
                <a:solidFill>
                  <a:srgbClr val="FFFFFF"/>
                </a:solidFill>
                <a:latin typeface="Arial MT"/>
                <a:cs typeface="Arial MT"/>
              </a:rPr>
              <a:t>execution</a:t>
            </a:r>
            <a:r>
              <a:rPr sz="2000" dirty="0">
                <a:solidFill>
                  <a:srgbClr val="FFFFFF"/>
                </a:solidFill>
                <a:latin typeface="Arial MT"/>
                <a:cs typeface="Arial MT"/>
              </a:rPr>
              <a:t>	</a:t>
            </a:r>
            <a:r>
              <a:rPr sz="2000" spc="175" dirty="0">
                <a:solidFill>
                  <a:srgbClr val="FFFFFF"/>
                </a:solidFill>
                <a:latin typeface="Arial MT"/>
                <a:cs typeface="Arial MT"/>
              </a:rPr>
              <a:t>and</a:t>
            </a:r>
            <a:r>
              <a:rPr sz="2000" dirty="0">
                <a:solidFill>
                  <a:srgbClr val="FFFFFF"/>
                </a:solidFill>
                <a:latin typeface="Arial MT"/>
                <a:cs typeface="Arial MT"/>
              </a:rPr>
              <a:t>	</a:t>
            </a:r>
            <a:r>
              <a:rPr sz="2000" spc="85" dirty="0">
                <a:solidFill>
                  <a:srgbClr val="FFFFFF"/>
                </a:solidFill>
                <a:latin typeface="Arial MT"/>
                <a:cs typeface="Arial MT"/>
              </a:rPr>
              <a:t>diagnosing </a:t>
            </a:r>
            <a:r>
              <a:rPr sz="2000" spc="-75" dirty="0">
                <a:solidFill>
                  <a:srgbClr val="FFFFFF"/>
                </a:solidFill>
                <a:latin typeface="Arial MT"/>
                <a:cs typeface="Arial MT"/>
              </a:rPr>
              <a:t>issues</a:t>
            </a:r>
            <a:r>
              <a:rPr sz="2000" spc="5" dirty="0">
                <a:solidFill>
                  <a:srgbClr val="FFFFFF"/>
                </a:solidFill>
                <a:latin typeface="Arial MT"/>
                <a:cs typeface="Arial MT"/>
              </a:rPr>
              <a:t> </a:t>
            </a:r>
            <a:r>
              <a:rPr sz="2000" spc="90" dirty="0">
                <a:solidFill>
                  <a:srgbClr val="FFFFFF"/>
                </a:solidFill>
                <a:latin typeface="Arial MT"/>
                <a:cs typeface="Arial MT"/>
              </a:rPr>
              <a:t>during</a:t>
            </a:r>
            <a:r>
              <a:rPr sz="2000" spc="-10" dirty="0">
                <a:solidFill>
                  <a:srgbClr val="FFFFFF"/>
                </a:solidFill>
                <a:latin typeface="Arial MT"/>
                <a:cs typeface="Arial MT"/>
              </a:rPr>
              <a:t> </a:t>
            </a:r>
            <a:r>
              <a:rPr sz="2000" spc="150" dirty="0">
                <a:solidFill>
                  <a:srgbClr val="FFFFFF"/>
                </a:solidFill>
                <a:latin typeface="Arial MT"/>
                <a:cs typeface="Arial MT"/>
              </a:rPr>
              <a:t>development</a:t>
            </a:r>
            <a:r>
              <a:rPr sz="2000" spc="10" dirty="0">
                <a:solidFill>
                  <a:srgbClr val="FFFFFF"/>
                </a:solidFill>
                <a:latin typeface="Arial MT"/>
                <a:cs typeface="Arial MT"/>
              </a:rPr>
              <a:t> </a:t>
            </a:r>
            <a:r>
              <a:rPr sz="2000" spc="60" dirty="0">
                <a:solidFill>
                  <a:srgbClr val="FFFFFF"/>
                </a:solidFill>
                <a:latin typeface="Arial MT"/>
                <a:cs typeface="Arial MT"/>
              </a:rPr>
              <a:t>or</a:t>
            </a:r>
            <a:r>
              <a:rPr sz="2000" spc="-10" dirty="0">
                <a:solidFill>
                  <a:srgbClr val="FFFFFF"/>
                </a:solidFill>
                <a:latin typeface="Arial MT"/>
                <a:cs typeface="Arial MT"/>
              </a:rPr>
              <a:t> </a:t>
            </a:r>
            <a:r>
              <a:rPr sz="2000" spc="135" dirty="0">
                <a:solidFill>
                  <a:srgbClr val="FFFFFF"/>
                </a:solidFill>
                <a:latin typeface="Arial MT"/>
                <a:cs typeface="Arial MT"/>
              </a:rPr>
              <a:t>debugging.</a:t>
            </a:r>
            <a:endParaRPr sz="2000">
              <a:latin typeface="Arial MT"/>
              <a:cs typeface="Arial MT"/>
            </a:endParaRPr>
          </a:p>
        </p:txBody>
      </p:sp>
      <p:pic>
        <p:nvPicPr>
          <p:cNvPr id="19" name="object 19"/>
          <p:cNvPicPr/>
          <p:nvPr/>
        </p:nvPicPr>
        <p:blipFill>
          <a:blip r:embed="rId3" cstate="print"/>
          <a:stretch>
            <a:fillRect/>
          </a:stretch>
        </p:blipFill>
        <p:spPr>
          <a:xfrm>
            <a:off x="504444" y="2897885"/>
            <a:ext cx="3502151" cy="2500883"/>
          </a:xfrm>
          <a:prstGeom prst="rect">
            <a:avLst/>
          </a:prstGeom>
        </p:spPr>
      </p:pic>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13</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88072" rIns="0" bIns="0" rtlCol="0">
            <a:spAutoFit/>
          </a:bodyPr>
          <a:lstStyle/>
          <a:p>
            <a:pPr marL="12700">
              <a:lnSpc>
                <a:spcPct val="100000"/>
              </a:lnSpc>
              <a:spcBef>
                <a:spcPts val="100"/>
              </a:spcBef>
            </a:pPr>
            <a:r>
              <a:rPr spc="-45" dirty="0">
                <a:latin typeface="Courier New"/>
                <a:cs typeface="Courier New"/>
              </a:rPr>
              <a:t>with</a:t>
            </a:r>
            <a:r>
              <a:rPr spc="-1650" dirty="0">
                <a:latin typeface="Courier New"/>
                <a:cs typeface="Courier New"/>
              </a:rPr>
              <a:t> </a:t>
            </a:r>
            <a:r>
              <a:rPr spc="-10" dirty="0"/>
              <a:t>Statement</a:t>
            </a:r>
          </a:p>
        </p:txBody>
      </p:sp>
      <p:sp>
        <p:nvSpPr>
          <p:cNvPr id="3" name="object 3"/>
          <p:cNvSpPr/>
          <p:nvPr/>
        </p:nvSpPr>
        <p:spPr>
          <a:xfrm>
            <a:off x="2155317" y="2827401"/>
            <a:ext cx="4097654" cy="2642870"/>
          </a:xfrm>
          <a:custGeom>
            <a:avLst/>
            <a:gdLst/>
            <a:ahLst/>
            <a:cxnLst/>
            <a:rect l="l" t="t" r="r" b="b"/>
            <a:pathLst>
              <a:path w="4097654" h="2642870">
                <a:moveTo>
                  <a:pt x="0" y="0"/>
                </a:moveTo>
                <a:lnTo>
                  <a:pt x="0" y="2642616"/>
                </a:lnTo>
                <a:lnTo>
                  <a:pt x="4097274" y="2114092"/>
                </a:lnTo>
                <a:lnTo>
                  <a:pt x="4097274" y="528523"/>
                </a:lnTo>
                <a:lnTo>
                  <a:pt x="0" y="0"/>
                </a:lnTo>
                <a:close/>
              </a:path>
            </a:pathLst>
          </a:custGeom>
          <a:solidFill>
            <a:srgbClr val="BC572C"/>
          </a:solidFill>
        </p:spPr>
        <p:txBody>
          <a:bodyPr wrap="square" lIns="0" tIns="0" rIns="0" bIns="0" rtlCol="0"/>
          <a:lstStyle/>
          <a:p>
            <a:endParaRPr/>
          </a:p>
        </p:txBody>
      </p:sp>
      <p:sp>
        <p:nvSpPr>
          <p:cNvPr id="4" name="object 4"/>
          <p:cNvSpPr txBox="1"/>
          <p:nvPr/>
        </p:nvSpPr>
        <p:spPr>
          <a:xfrm>
            <a:off x="2313900" y="3966759"/>
            <a:ext cx="3778885" cy="330200"/>
          </a:xfrm>
          <a:prstGeom prst="rect">
            <a:avLst/>
          </a:prstGeom>
        </p:spPr>
        <p:txBody>
          <a:bodyPr vert="horz" wrap="square" lIns="0" tIns="12065" rIns="0" bIns="0" rtlCol="0">
            <a:spAutoFit/>
          </a:bodyPr>
          <a:lstStyle/>
          <a:p>
            <a:pPr marL="12700">
              <a:lnSpc>
                <a:spcPct val="100000"/>
              </a:lnSpc>
              <a:spcBef>
                <a:spcPts val="95"/>
              </a:spcBef>
            </a:pPr>
            <a:r>
              <a:rPr sz="2000" spc="75" dirty="0">
                <a:solidFill>
                  <a:srgbClr val="FFFFFF"/>
                </a:solidFill>
                <a:latin typeface="Arial MT"/>
                <a:cs typeface="Arial MT"/>
              </a:rPr>
              <a:t>Multiple</a:t>
            </a:r>
            <a:r>
              <a:rPr sz="2000" spc="-15" dirty="0">
                <a:solidFill>
                  <a:srgbClr val="FFFFFF"/>
                </a:solidFill>
                <a:latin typeface="Arial MT"/>
                <a:cs typeface="Arial MT"/>
              </a:rPr>
              <a:t> </a:t>
            </a:r>
            <a:r>
              <a:rPr sz="2000" spc="-20" dirty="0">
                <a:solidFill>
                  <a:srgbClr val="FFFFFF"/>
                </a:solidFill>
                <a:latin typeface="Arial MT"/>
                <a:cs typeface="Arial MT"/>
              </a:rPr>
              <a:t>File </a:t>
            </a:r>
            <a:r>
              <a:rPr sz="2000" spc="85" dirty="0">
                <a:solidFill>
                  <a:srgbClr val="FFFFFF"/>
                </a:solidFill>
                <a:latin typeface="Arial MT"/>
                <a:cs typeface="Arial MT"/>
              </a:rPr>
              <a:t>Handling</a:t>
            </a:r>
            <a:r>
              <a:rPr sz="2000" spc="-15" dirty="0">
                <a:solidFill>
                  <a:srgbClr val="FFFFFF"/>
                </a:solidFill>
                <a:latin typeface="Arial MT"/>
                <a:cs typeface="Arial MT"/>
              </a:rPr>
              <a:t> </a:t>
            </a:r>
            <a:r>
              <a:rPr sz="2000" spc="60" dirty="0">
                <a:solidFill>
                  <a:srgbClr val="FFFFFF"/>
                </a:solidFill>
                <a:latin typeface="Arial MT"/>
                <a:cs typeface="Arial MT"/>
              </a:rPr>
              <a:t>Contexts</a:t>
            </a:r>
            <a:endParaRPr sz="2000">
              <a:latin typeface="Arial MT"/>
              <a:cs typeface="Arial MT"/>
            </a:endParaRPr>
          </a:p>
        </p:txBody>
      </p:sp>
      <p:sp>
        <p:nvSpPr>
          <p:cNvPr id="5" name="object 5"/>
          <p:cNvSpPr/>
          <p:nvPr/>
        </p:nvSpPr>
        <p:spPr>
          <a:xfrm>
            <a:off x="6560439" y="2827401"/>
            <a:ext cx="4097654" cy="2642870"/>
          </a:xfrm>
          <a:custGeom>
            <a:avLst/>
            <a:gdLst/>
            <a:ahLst/>
            <a:cxnLst/>
            <a:rect l="l" t="t" r="r" b="b"/>
            <a:pathLst>
              <a:path w="4097654" h="2642870">
                <a:moveTo>
                  <a:pt x="0" y="0"/>
                </a:moveTo>
                <a:lnTo>
                  <a:pt x="0" y="2642616"/>
                </a:lnTo>
                <a:lnTo>
                  <a:pt x="4097274" y="2114092"/>
                </a:lnTo>
                <a:lnTo>
                  <a:pt x="4097274" y="528523"/>
                </a:lnTo>
                <a:lnTo>
                  <a:pt x="0" y="0"/>
                </a:lnTo>
                <a:close/>
              </a:path>
            </a:pathLst>
          </a:custGeom>
          <a:solidFill>
            <a:srgbClr val="855540"/>
          </a:solidFill>
        </p:spPr>
        <p:txBody>
          <a:bodyPr wrap="square" lIns="0" tIns="0" rIns="0" bIns="0" rtlCol="0"/>
          <a:lstStyle/>
          <a:p>
            <a:endParaRPr/>
          </a:p>
        </p:txBody>
      </p:sp>
      <p:sp>
        <p:nvSpPr>
          <p:cNvPr id="6" name="object 6"/>
          <p:cNvSpPr txBox="1"/>
          <p:nvPr/>
        </p:nvSpPr>
        <p:spPr>
          <a:xfrm>
            <a:off x="7112256" y="3826583"/>
            <a:ext cx="2993390" cy="609600"/>
          </a:xfrm>
          <a:prstGeom prst="rect">
            <a:avLst/>
          </a:prstGeom>
        </p:spPr>
        <p:txBody>
          <a:bodyPr vert="horz" wrap="square" lIns="0" tIns="42545" rIns="0" bIns="0" rtlCol="0">
            <a:spAutoFit/>
          </a:bodyPr>
          <a:lstStyle/>
          <a:p>
            <a:pPr marL="802640" marR="5080" indent="-790575">
              <a:lnSpc>
                <a:spcPts val="2200"/>
              </a:lnSpc>
              <a:spcBef>
                <a:spcPts val="335"/>
              </a:spcBef>
            </a:pPr>
            <a:r>
              <a:rPr sz="2000" spc="190" dirty="0">
                <a:solidFill>
                  <a:srgbClr val="FFFFFF"/>
                </a:solidFill>
                <a:latin typeface="Arial MT"/>
                <a:cs typeface="Arial MT"/>
              </a:rPr>
              <a:t>Advanced</a:t>
            </a:r>
            <a:r>
              <a:rPr sz="2000" spc="-40" dirty="0">
                <a:solidFill>
                  <a:srgbClr val="FFFFFF"/>
                </a:solidFill>
                <a:latin typeface="Arial MT"/>
                <a:cs typeface="Arial MT"/>
              </a:rPr>
              <a:t> </a:t>
            </a:r>
            <a:r>
              <a:rPr sz="2000" spc="-20" dirty="0">
                <a:solidFill>
                  <a:srgbClr val="FFFFFF"/>
                </a:solidFill>
                <a:latin typeface="Arial MT"/>
                <a:cs typeface="Arial MT"/>
              </a:rPr>
              <a:t>File</a:t>
            </a:r>
            <a:r>
              <a:rPr sz="2000" spc="-55" dirty="0">
                <a:solidFill>
                  <a:srgbClr val="FFFFFF"/>
                </a:solidFill>
                <a:latin typeface="Arial MT"/>
                <a:cs typeface="Arial MT"/>
              </a:rPr>
              <a:t> </a:t>
            </a:r>
            <a:r>
              <a:rPr sz="2000" spc="75" dirty="0">
                <a:solidFill>
                  <a:srgbClr val="FFFFFF"/>
                </a:solidFill>
                <a:latin typeface="Arial MT"/>
                <a:cs typeface="Arial MT"/>
              </a:rPr>
              <a:t>Handling </a:t>
            </a:r>
            <a:r>
              <a:rPr sz="2000" spc="35" dirty="0">
                <a:solidFill>
                  <a:srgbClr val="FFFFFF"/>
                </a:solidFill>
                <a:latin typeface="Arial MT"/>
                <a:cs typeface="Arial MT"/>
              </a:rPr>
              <a:t>Techniques</a:t>
            </a:r>
            <a:endParaRPr sz="2000">
              <a:latin typeface="Arial MT"/>
              <a:cs typeface="Arial MT"/>
            </a:endParaRPr>
          </a:p>
        </p:txBody>
      </p:sp>
      <p:sp>
        <p:nvSpPr>
          <p:cNvPr id="8" name="object 8"/>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14</a:t>
            </a:fld>
            <a:endParaRPr spc="-25" dirty="0"/>
          </a:p>
        </p:txBody>
      </p:sp>
      <p:sp>
        <p:nvSpPr>
          <p:cNvPr id="9" name="object 9"/>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10" name="object 10"/>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7" name="object 7"/>
          <p:cNvSpPr txBox="1"/>
          <p:nvPr/>
        </p:nvSpPr>
        <p:spPr>
          <a:xfrm>
            <a:off x="1235254" y="1952674"/>
            <a:ext cx="6929120" cy="330200"/>
          </a:xfrm>
          <a:prstGeom prst="rect">
            <a:avLst/>
          </a:prstGeom>
        </p:spPr>
        <p:txBody>
          <a:bodyPr vert="horz" wrap="square" lIns="0" tIns="12065" rIns="0" bIns="0" rtlCol="0">
            <a:spAutoFit/>
          </a:bodyPr>
          <a:lstStyle/>
          <a:p>
            <a:pPr marL="213995" indent="-205104">
              <a:lnSpc>
                <a:spcPct val="100000"/>
              </a:lnSpc>
              <a:spcBef>
                <a:spcPts val="95"/>
              </a:spcBef>
              <a:buClr>
                <a:srgbClr val="E38312"/>
              </a:buClr>
              <a:buSzPct val="95000"/>
              <a:buFont typeface="Wingdings"/>
              <a:buChar char=""/>
              <a:tabLst>
                <a:tab pos="213995" algn="l"/>
              </a:tabLst>
            </a:pPr>
            <a:r>
              <a:rPr sz="2000" spc="190" dirty="0">
                <a:solidFill>
                  <a:srgbClr val="404040"/>
                </a:solidFill>
                <a:latin typeface="Arial MT"/>
                <a:cs typeface="Arial MT"/>
              </a:rPr>
              <a:t>Advanced</a:t>
            </a:r>
            <a:r>
              <a:rPr sz="2000" spc="70" dirty="0">
                <a:solidFill>
                  <a:srgbClr val="404040"/>
                </a:solidFill>
                <a:latin typeface="Arial MT"/>
                <a:cs typeface="Arial MT"/>
              </a:rPr>
              <a:t> </a:t>
            </a:r>
            <a:r>
              <a:rPr sz="2000" dirty="0">
                <a:solidFill>
                  <a:srgbClr val="404040"/>
                </a:solidFill>
                <a:latin typeface="Arial MT"/>
                <a:cs typeface="Arial MT"/>
              </a:rPr>
              <a:t>use</a:t>
            </a:r>
            <a:r>
              <a:rPr sz="2000" spc="35" dirty="0">
                <a:solidFill>
                  <a:srgbClr val="404040"/>
                </a:solidFill>
                <a:latin typeface="Arial MT"/>
                <a:cs typeface="Arial MT"/>
              </a:rPr>
              <a:t> </a:t>
            </a:r>
            <a:r>
              <a:rPr sz="2000" dirty="0">
                <a:solidFill>
                  <a:srgbClr val="404040"/>
                </a:solidFill>
                <a:latin typeface="Arial MT"/>
                <a:cs typeface="Arial MT"/>
              </a:rPr>
              <a:t>cases</a:t>
            </a:r>
            <a:r>
              <a:rPr sz="2000" spc="55" dirty="0">
                <a:solidFill>
                  <a:srgbClr val="404040"/>
                </a:solidFill>
                <a:latin typeface="Arial MT"/>
                <a:cs typeface="Arial MT"/>
              </a:rPr>
              <a:t> </a:t>
            </a:r>
            <a:r>
              <a:rPr sz="2000" spc="130" dirty="0">
                <a:solidFill>
                  <a:srgbClr val="404040"/>
                </a:solidFill>
                <a:latin typeface="Arial MT"/>
                <a:cs typeface="Arial MT"/>
              </a:rPr>
              <a:t>of</a:t>
            </a:r>
            <a:r>
              <a:rPr sz="2000" spc="35" dirty="0">
                <a:solidFill>
                  <a:srgbClr val="404040"/>
                </a:solidFill>
                <a:latin typeface="Arial MT"/>
                <a:cs typeface="Arial MT"/>
              </a:rPr>
              <a:t> </a:t>
            </a:r>
            <a:r>
              <a:rPr sz="2000" spc="-20" dirty="0">
                <a:solidFill>
                  <a:srgbClr val="404040"/>
                </a:solidFill>
                <a:latin typeface="Courier New"/>
                <a:cs typeface="Courier New"/>
              </a:rPr>
              <a:t>with</a:t>
            </a:r>
            <a:r>
              <a:rPr sz="2000" spc="-605" dirty="0">
                <a:solidFill>
                  <a:srgbClr val="404040"/>
                </a:solidFill>
                <a:latin typeface="Courier New"/>
                <a:cs typeface="Courier New"/>
              </a:rPr>
              <a:t> </a:t>
            </a:r>
            <a:r>
              <a:rPr sz="2000" spc="110" dirty="0">
                <a:solidFill>
                  <a:srgbClr val="404040"/>
                </a:solidFill>
                <a:latin typeface="Arial MT"/>
                <a:cs typeface="Arial MT"/>
              </a:rPr>
              <a:t>statement</a:t>
            </a:r>
            <a:r>
              <a:rPr sz="2000" spc="50" dirty="0">
                <a:solidFill>
                  <a:srgbClr val="404040"/>
                </a:solidFill>
                <a:latin typeface="Arial MT"/>
                <a:cs typeface="Arial MT"/>
              </a:rPr>
              <a:t> </a:t>
            </a:r>
            <a:r>
              <a:rPr sz="2000" spc="114" dirty="0">
                <a:solidFill>
                  <a:srgbClr val="404040"/>
                </a:solidFill>
                <a:latin typeface="Arial MT"/>
                <a:cs typeface="Arial MT"/>
              </a:rPr>
              <a:t>are</a:t>
            </a:r>
            <a:r>
              <a:rPr sz="2000" spc="30" dirty="0">
                <a:solidFill>
                  <a:srgbClr val="404040"/>
                </a:solidFill>
                <a:latin typeface="Arial MT"/>
                <a:cs typeface="Arial MT"/>
              </a:rPr>
              <a:t> </a:t>
            </a:r>
            <a:r>
              <a:rPr sz="2000" dirty="0">
                <a:solidFill>
                  <a:srgbClr val="404040"/>
                </a:solidFill>
                <a:latin typeface="Arial MT"/>
                <a:cs typeface="Arial MT"/>
              </a:rPr>
              <a:t>as</a:t>
            </a:r>
            <a:r>
              <a:rPr sz="2000" spc="35"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30" dirty="0"/>
              <a:t>Summary</a:t>
            </a:r>
            <a:r>
              <a:rPr spc="-265" dirty="0"/>
              <a:t> </a:t>
            </a:r>
            <a:r>
              <a:rPr spc="60" dirty="0"/>
              <a:t>[1-</a:t>
            </a:r>
            <a:r>
              <a:rPr spc="-25" dirty="0"/>
              <a:t>2]</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15</a:t>
            </a:fld>
            <a:endParaRPr spc="-25"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3" name="object 3"/>
          <p:cNvSpPr txBox="1">
            <a:spLocks noGrp="1"/>
          </p:cNvSpPr>
          <p:nvPr>
            <p:ph type="body" idx="1"/>
          </p:nvPr>
        </p:nvSpPr>
        <p:spPr>
          <a:xfrm>
            <a:off x="838200" y="1825625"/>
            <a:ext cx="10515600" cy="4905830"/>
          </a:xfrm>
          <a:prstGeom prst="rect">
            <a:avLst/>
          </a:prstGeom>
        </p:spPr>
        <p:txBody>
          <a:bodyPr vert="horz" wrap="square" lIns="0" tIns="12065" rIns="0" bIns="0" rtlCol="0">
            <a:spAutoFit/>
          </a:bodyPr>
          <a:lstStyle/>
          <a:p>
            <a:pPr marL="103505" marR="5080" indent="-95250">
              <a:lnSpc>
                <a:spcPct val="100000"/>
              </a:lnSpc>
              <a:spcBef>
                <a:spcPts val="95"/>
              </a:spcBef>
              <a:buClr>
                <a:srgbClr val="E38312"/>
              </a:buClr>
              <a:buSzPct val="95000"/>
              <a:buFont typeface="Wingdings"/>
              <a:buChar char=""/>
              <a:tabLst>
                <a:tab pos="103505" algn="l"/>
                <a:tab pos="213360" algn="l"/>
              </a:tabLst>
            </a:pPr>
            <a:r>
              <a:rPr spc="120" dirty="0"/>
              <a:t>Context</a:t>
            </a:r>
            <a:r>
              <a:rPr spc="445" dirty="0"/>
              <a:t> </a:t>
            </a:r>
            <a:r>
              <a:rPr spc="95" dirty="0"/>
              <a:t>managers,</a:t>
            </a:r>
            <a:r>
              <a:rPr spc="440" dirty="0"/>
              <a:t> </a:t>
            </a:r>
            <a:r>
              <a:rPr spc="135" dirty="0"/>
              <a:t>implemented</a:t>
            </a:r>
            <a:r>
              <a:rPr spc="440" dirty="0"/>
              <a:t> </a:t>
            </a:r>
            <a:r>
              <a:rPr dirty="0"/>
              <a:t>using</a:t>
            </a:r>
            <a:r>
              <a:rPr spc="440" dirty="0"/>
              <a:t> </a:t>
            </a:r>
            <a:r>
              <a:rPr spc="135" dirty="0"/>
              <a:t>the</a:t>
            </a:r>
            <a:r>
              <a:rPr spc="440" dirty="0"/>
              <a:t> </a:t>
            </a:r>
            <a:r>
              <a:rPr spc="90" dirty="0"/>
              <a:t>with</a:t>
            </a:r>
            <a:r>
              <a:rPr spc="440" dirty="0"/>
              <a:t> </a:t>
            </a:r>
            <a:r>
              <a:rPr spc="100" dirty="0"/>
              <a:t>statement,</a:t>
            </a:r>
            <a:r>
              <a:rPr spc="440" dirty="0"/>
              <a:t> </a:t>
            </a:r>
            <a:r>
              <a:rPr spc="135" dirty="0"/>
              <a:t>handle</a:t>
            </a:r>
            <a:r>
              <a:rPr spc="440" dirty="0"/>
              <a:t> </a:t>
            </a:r>
            <a:r>
              <a:rPr spc="-10" dirty="0"/>
              <a:t>resources </a:t>
            </a:r>
            <a:r>
              <a:rPr spc="60" dirty="0"/>
              <a:t>such</a:t>
            </a:r>
            <a:r>
              <a:rPr spc="40" dirty="0"/>
              <a:t> </a:t>
            </a:r>
            <a:r>
              <a:rPr dirty="0"/>
              <a:t>as</a:t>
            </a:r>
            <a:r>
              <a:rPr spc="25" dirty="0"/>
              <a:t> </a:t>
            </a:r>
            <a:r>
              <a:rPr dirty="0"/>
              <a:t>files,</a:t>
            </a:r>
            <a:r>
              <a:rPr spc="10" dirty="0"/>
              <a:t> </a:t>
            </a:r>
            <a:r>
              <a:rPr dirty="0"/>
              <a:t>ensuring</a:t>
            </a:r>
            <a:r>
              <a:rPr spc="50" dirty="0"/>
              <a:t> </a:t>
            </a:r>
            <a:r>
              <a:rPr spc="114" dirty="0"/>
              <a:t>proper</a:t>
            </a:r>
            <a:r>
              <a:rPr spc="30" dirty="0"/>
              <a:t> </a:t>
            </a:r>
            <a:r>
              <a:rPr spc="80" dirty="0"/>
              <a:t>setup</a:t>
            </a:r>
            <a:r>
              <a:rPr spc="25" dirty="0"/>
              <a:t> </a:t>
            </a:r>
            <a:r>
              <a:rPr spc="195" dirty="0"/>
              <a:t>and</a:t>
            </a:r>
            <a:r>
              <a:rPr spc="40" dirty="0"/>
              <a:t> </a:t>
            </a:r>
            <a:r>
              <a:rPr spc="150" dirty="0"/>
              <a:t>cleanup</a:t>
            </a:r>
            <a:r>
              <a:rPr spc="50" dirty="0"/>
              <a:t> </a:t>
            </a:r>
            <a:r>
              <a:rPr dirty="0"/>
              <a:t>in</a:t>
            </a:r>
            <a:r>
              <a:rPr spc="25" dirty="0"/>
              <a:t> </a:t>
            </a:r>
            <a:r>
              <a:rPr spc="240" dirty="0"/>
              <a:t>a</a:t>
            </a:r>
            <a:r>
              <a:rPr spc="25" dirty="0"/>
              <a:t> </a:t>
            </a:r>
            <a:r>
              <a:rPr spc="105" dirty="0"/>
              <a:t>concise</a:t>
            </a:r>
            <a:r>
              <a:rPr spc="45" dirty="0"/>
              <a:t> </a:t>
            </a:r>
            <a:r>
              <a:rPr spc="90" dirty="0"/>
              <a:t>manner.</a:t>
            </a:r>
          </a:p>
          <a:p>
            <a:pPr>
              <a:lnSpc>
                <a:spcPct val="100000"/>
              </a:lnSpc>
              <a:spcBef>
                <a:spcPts val="100"/>
              </a:spcBef>
              <a:buClr>
                <a:srgbClr val="E38312"/>
              </a:buClr>
              <a:buFont typeface="Wingdings"/>
              <a:buChar char=""/>
            </a:pPr>
            <a:endParaRPr spc="90" dirty="0"/>
          </a:p>
          <a:p>
            <a:pPr marL="103505" marR="5080" indent="-95250">
              <a:lnSpc>
                <a:spcPct val="100000"/>
              </a:lnSpc>
              <a:buClr>
                <a:srgbClr val="E38312"/>
              </a:buClr>
              <a:buSzPct val="95000"/>
              <a:buFont typeface="Wingdings"/>
              <a:buChar char=""/>
              <a:tabLst>
                <a:tab pos="103505" algn="l"/>
                <a:tab pos="213360" algn="l"/>
              </a:tabLst>
            </a:pPr>
            <a:r>
              <a:rPr dirty="0"/>
              <a:t>The</a:t>
            </a:r>
            <a:r>
              <a:rPr spc="55" dirty="0"/>
              <a:t> </a:t>
            </a:r>
            <a:r>
              <a:rPr spc="90" dirty="0"/>
              <a:t>with</a:t>
            </a:r>
            <a:r>
              <a:rPr spc="55" dirty="0"/>
              <a:t> </a:t>
            </a:r>
            <a:r>
              <a:rPr spc="114" dirty="0"/>
              <a:t>statement</a:t>
            </a:r>
            <a:r>
              <a:rPr spc="60" dirty="0"/>
              <a:t> </a:t>
            </a:r>
            <a:r>
              <a:rPr dirty="0"/>
              <a:t>simplifies</a:t>
            </a:r>
            <a:r>
              <a:rPr spc="60" dirty="0"/>
              <a:t> </a:t>
            </a:r>
            <a:r>
              <a:rPr dirty="0"/>
              <a:t>file</a:t>
            </a:r>
            <a:r>
              <a:rPr spc="65" dirty="0"/>
              <a:t> </a:t>
            </a:r>
            <a:r>
              <a:rPr spc="114" dirty="0"/>
              <a:t>handling</a:t>
            </a:r>
            <a:r>
              <a:rPr spc="70" dirty="0"/>
              <a:t> </a:t>
            </a:r>
            <a:r>
              <a:rPr spc="155" dirty="0"/>
              <a:t>by</a:t>
            </a:r>
            <a:r>
              <a:rPr spc="60" dirty="0"/>
              <a:t> </a:t>
            </a:r>
            <a:r>
              <a:rPr spc="125" dirty="0"/>
              <a:t>automatically</a:t>
            </a:r>
            <a:r>
              <a:rPr spc="70" dirty="0"/>
              <a:t> </a:t>
            </a:r>
            <a:r>
              <a:rPr spc="140" dirty="0"/>
              <a:t>opening</a:t>
            </a:r>
            <a:r>
              <a:rPr spc="55" dirty="0"/>
              <a:t> </a:t>
            </a:r>
            <a:r>
              <a:rPr spc="200" dirty="0"/>
              <a:t>and</a:t>
            </a:r>
            <a:r>
              <a:rPr spc="60" dirty="0"/>
              <a:t> </a:t>
            </a:r>
            <a:r>
              <a:rPr spc="55" dirty="0"/>
              <a:t>closing </a:t>
            </a:r>
            <a:r>
              <a:rPr dirty="0"/>
              <a:t>files,</a:t>
            </a:r>
            <a:r>
              <a:rPr spc="-15" dirty="0"/>
              <a:t> </a:t>
            </a:r>
            <a:r>
              <a:rPr spc="95" dirty="0"/>
              <a:t>improving</a:t>
            </a:r>
            <a:r>
              <a:rPr spc="15" dirty="0"/>
              <a:t> </a:t>
            </a:r>
            <a:r>
              <a:rPr spc="90" dirty="0"/>
              <a:t>readability,</a:t>
            </a:r>
            <a:r>
              <a:rPr spc="-5" dirty="0"/>
              <a:t> </a:t>
            </a:r>
            <a:r>
              <a:rPr spc="195" dirty="0"/>
              <a:t>and</a:t>
            </a:r>
            <a:r>
              <a:rPr spc="10" dirty="0"/>
              <a:t> </a:t>
            </a:r>
            <a:r>
              <a:rPr spc="120" dirty="0"/>
              <a:t>reducing</a:t>
            </a:r>
            <a:r>
              <a:rPr spc="25" dirty="0"/>
              <a:t> </a:t>
            </a:r>
            <a:r>
              <a:rPr spc="65" dirty="0"/>
              <a:t>resource</a:t>
            </a:r>
            <a:r>
              <a:rPr spc="20" dirty="0"/>
              <a:t> </a:t>
            </a:r>
            <a:r>
              <a:rPr spc="85" dirty="0"/>
              <a:t>leak</a:t>
            </a:r>
            <a:r>
              <a:rPr spc="-10" dirty="0"/>
              <a:t> risks.</a:t>
            </a:r>
          </a:p>
          <a:p>
            <a:pPr>
              <a:lnSpc>
                <a:spcPct val="100000"/>
              </a:lnSpc>
              <a:spcBef>
                <a:spcPts val="100"/>
              </a:spcBef>
              <a:buClr>
                <a:srgbClr val="E38312"/>
              </a:buClr>
              <a:buFont typeface="Wingdings"/>
              <a:buChar char=""/>
            </a:pPr>
            <a:endParaRPr spc="-10" dirty="0"/>
          </a:p>
          <a:p>
            <a:pPr marL="103505" marR="5080" indent="-95250">
              <a:lnSpc>
                <a:spcPct val="100000"/>
              </a:lnSpc>
              <a:spcBef>
                <a:spcPts val="5"/>
              </a:spcBef>
              <a:buClr>
                <a:srgbClr val="E38312"/>
              </a:buClr>
              <a:buSzPct val="95000"/>
              <a:buFont typeface="Wingdings"/>
              <a:buChar char=""/>
              <a:tabLst>
                <a:tab pos="103505" algn="l"/>
                <a:tab pos="213360" algn="l"/>
                <a:tab pos="1340485" algn="l"/>
                <a:tab pos="2462530" algn="l"/>
                <a:tab pos="3961129" algn="l"/>
                <a:tab pos="5799455" algn="l"/>
                <a:tab pos="6479540" algn="l"/>
                <a:tab pos="7505065" algn="l"/>
                <a:tab pos="7924165" algn="l"/>
                <a:tab pos="9504680" algn="l"/>
              </a:tabLst>
            </a:pPr>
            <a:r>
              <a:rPr spc="80" dirty="0" err="1"/>
              <a:t>Custom</a:t>
            </a:r>
            <a:r>
              <a:rPr spc="125" dirty="0" err="1"/>
              <a:t>context</a:t>
            </a:r>
            <a:r>
              <a:rPr lang="vi-VN" spc="125" dirty="0"/>
              <a:t> </a:t>
            </a:r>
            <a:r>
              <a:rPr spc="85" dirty="0"/>
              <a:t>managers,</a:t>
            </a:r>
            <a:r>
              <a:rPr lang="vi-VN" spc="85" dirty="0"/>
              <a:t> </a:t>
            </a:r>
            <a:r>
              <a:rPr spc="125" dirty="0"/>
              <a:t>implemented</a:t>
            </a:r>
            <a:r>
              <a:rPr lang="vi-VN" spc="125" dirty="0"/>
              <a:t> </a:t>
            </a:r>
            <a:r>
              <a:rPr spc="70" dirty="0"/>
              <a:t>with</a:t>
            </a:r>
            <a:r>
              <a:rPr lang="vi-VN" spc="70" dirty="0"/>
              <a:t> </a:t>
            </a:r>
            <a:r>
              <a:rPr spc="-10" dirty="0"/>
              <a:t>classes</a:t>
            </a:r>
            <a:r>
              <a:rPr lang="vi-VN" spc="-10" dirty="0"/>
              <a:t> </a:t>
            </a:r>
            <a:r>
              <a:rPr spc="35" dirty="0"/>
              <a:t>or</a:t>
            </a:r>
            <a:r>
              <a:rPr lang="vi-VN" spc="35" dirty="0"/>
              <a:t> </a:t>
            </a:r>
            <a:r>
              <a:rPr spc="65" dirty="0"/>
              <a:t>generators,</a:t>
            </a:r>
            <a:r>
              <a:rPr lang="vi-VN" spc="65" dirty="0"/>
              <a:t> </a:t>
            </a:r>
            <a:r>
              <a:rPr spc="75" dirty="0"/>
              <a:t>offer </a:t>
            </a:r>
            <a:r>
              <a:rPr spc="70" dirty="0"/>
              <a:t>specialized</a:t>
            </a:r>
            <a:r>
              <a:rPr spc="45" dirty="0"/>
              <a:t> </a:t>
            </a:r>
            <a:r>
              <a:rPr spc="65" dirty="0"/>
              <a:t>resource</a:t>
            </a:r>
            <a:r>
              <a:rPr spc="50" dirty="0"/>
              <a:t> </a:t>
            </a:r>
            <a:r>
              <a:rPr spc="170" dirty="0"/>
              <a:t>management</a:t>
            </a:r>
            <a:r>
              <a:rPr spc="55" dirty="0"/>
              <a:t> </a:t>
            </a:r>
            <a:r>
              <a:rPr spc="60" dirty="0"/>
              <a:t>such</a:t>
            </a:r>
            <a:r>
              <a:rPr spc="40" dirty="0"/>
              <a:t> </a:t>
            </a:r>
            <a:r>
              <a:rPr dirty="0"/>
              <a:t>as</a:t>
            </a:r>
            <a:r>
              <a:rPr spc="20" dirty="0"/>
              <a:t> </a:t>
            </a:r>
            <a:r>
              <a:rPr dirty="0"/>
              <a:t>file</a:t>
            </a:r>
            <a:r>
              <a:rPr spc="15" dirty="0"/>
              <a:t> </a:t>
            </a:r>
            <a:r>
              <a:rPr spc="95" dirty="0"/>
              <a:t>locking</a:t>
            </a:r>
            <a:r>
              <a:rPr spc="45" dirty="0"/>
              <a:t> </a:t>
            </a:r>
            <a:r>
              <a:rPr spc="60" dirty="0"/>
              <a:t>or</a:t>
            </a:r>
            <a:r>
              <a:rPr spc="35" dirty="0"/>
              <a:t> </a:t>
            </a:r>
            <a:r>
              <a:rPr spc="105" dirty="0"/>
              <a:t>custom</a:t>
            </a:r>
            <a:r>
              <a:rPr spc="35" dirty="0"/>
              <a:t> </a:t>
            </a:r>
            <a:r>
              <a:rPr spc="120" dirty="0"/>
              <a:t>cleanup.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30" dirty="0"/>
              <a:t>Summary</a:t>
            </a:r>
            <a:r>
              <a:rPr spc="-265" dirty="0"/>
              <a:t> </a:t>
            </a:r>
            <a:r>
              <a:rPr spc="60" dirty="0"/>
              <a:t>[2-</a:t>
            </a:r>
            <a:r>
              <a:rPr spc="-25" dirty="0"/>
              <a:t>2]</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vi-VN" spc="-25" smtClean="0"/>
              <a:pPr marL="38100">
                <a:lnSpc>
                  <a:spcPts val="1425"/>
                </a:lnSpc>
              </a:pPr>
              <a:t>16</a:t>
            </a:fld>
            <a:endParaRPr spc="-25"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spc="-10"/>
              <a:t>File</a:t>
            </a:r>
            <a:r>
              <a:rPr lang="vi-VN" spc="-20"/>
              <a:t> </a:t>
            </a:r>
            <a:r>
              <a:rPr lang="vi-VN" spc="60"/>
              <a:t>Handling</a:t>
            </a:r>
            <a:r>
              <a:rPr lang="vi-VN" spc="5"/>
              <a:t> </a:t>
            </a:r>
            <a:r>
              <a:rPr lang="vi-VN" spc="60"/>
              <a:t>with</a:t>
            </a:r>
            <a:r>
              <a:rPr lang="vi-VN" spc="-5"/>
              <a:t> </a:t>
            </a:r>
            <a:r>
              <a:rPr lang="vi-VN"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vi-VN"/>
              <a:t>©</a:t>
            </a:r>
            <a:r>
              <a:rPr lang="vi-VN" spc="15"/>
              <a:t> </a:t>
            </a:r>
            <a:r>
              <a:rPr lang="vi-VN" spc="105"/>
              <a:t>Aptech</a:t>
            </a:r>
            <a:r>
              <a:rPr lang="vi-VN" spc="20"/>
              <a:t> </a:t>
            </a:r>
            <a:r>
              <a:rPr lang="vi-VN" spc="-25"/>
              <a:t>Ltd</a:t>
            </a:r>
            <a:endParaRPr spc="-25" dirty="0"/>
          </a:p>
        </p:txBody>
      </p:sp>
      <p:sp>
        <p:nvSpPr>
          <p:cNvPr id="3" name="object 3"/>
          <p:cNvSpPr txBox="1">
            <a:spLocks noGrp="1"/>
          </p:cNvSpPr>
          <p:nvPr>
            <p:ph type="body" idx="1"/>
          </p:nvPr>
        </p:nvSpPr>
        <p:spPr>
          <a:xfrm>
            <a:off x="838200" y="1825625"/>
            <a:ext cx="10515600" cy="3169457"/>
          </a:xfrm>
          <a:prstGeom prst="rect">
            <a:avLst/>
          </a:prstGeom>
        </p:spPr>
        <p:txBody>
          <a:bodyPr vert="horz" wrap="square" lIns="0" tIns="12065" rIns="0" bIns="0" rtlCol="0">
            <a:spAutoFit/>
          </a:bodyPr>
          <a:lstStyle/>
          <a:p>
            <a:pPr marL="104139" marR="5080" indent="-95885" algn="just">
              <a:lnSpc>
                <a:spcPct val="100000"/>
              </a:lnSpc>
              <a:spcBef>
                <a:spcPts val="95"/>
              </a:spcBef>
              <a:buClr>
                <a:srgbClr val="E38312"/>
              </a:buClr>
              <a:buSzPct val="95000"/>
              <a:buFont typeface="Wingdings"/>
              <a:buChar char=""/>
              <a:tabLst>
                <a:tab pos="104139" algn="l"/>
                <a:tab pos="213360" algn="l"/>
              </a:tabLst>
            </a:pPr>
            <a:r>
              <a:rPr spc="85" dirty="0"/>
              <a:t>	Decorators</a:t>
            </a:r>
            <a:r>
              <a:rPr spc="155" dirty="0"/>
              <a:t> </a:t>
            </a:r>
            <a:r>
              <a:rPr spc="114" dirty="0"/>
              <a:t>are</a:t>
            </a:r>
            <a:r>
              <a:rPr spc="155" dirty="0"/>
              <a:t> </a:t>
            </a:r>
            <a:r>
              <a:rPr spc="75" dirty="0"/>
              <a:t>functions</a:t>
            </a:r>
            <a:r>
              <a:rPr spc="150" dirty="0"/>
              <a:t> </a:t>
            </a:r>
            <a:r>
              <a:rPr spc="145" dirty="0"/>
              <a:t>that</a:t>
            </a:r>
            <a:r>
              <a:rPr spc="160" dirty="0"/>
              <a:t> </a:t>
            </a:r>
            <a:r>
              <a:rPr spc="120" dirty="0"/>
              <a:t>modify</a:t>
            </a:r>
            <a:r>
              <a:rPr spc="165" dirty="0"/>
              <a:t> </a:t>
            </a:r>
            <a:r>
              <a:rPr spc="130" dirty="0"/>
              <a:t>the</a:t>
            </a:r>
            <a:r>
              <a:rPr spc="160" dirty="0"/>
              <a:t> </a:t>
            </a:r>
            <a:r>
              <a:rPr spc="114" dirty="0"/>
              <a:t>behavior</a:t>
            </a:r>
            <a:r>
              <a:rPr spc="150" dirty="0"/>
              <a:t> </a:t>
            </a:r>
            <a:r>
              <a:rPr spc="130" dirty="0"/>
              <a:t>of</a:t>
            </a:r>
            <a:r>
              <a:rPr spc="165" dirty="0"/>
              <a:t> </a:t>
            </a:r>
            <a:r>
              <a:rPr spc="100" dirty="0"/>
              <a:t>other</a:t>
            </a:r>
            <a:r>
              <a:rPr spc="165" dirty="0"/>
              <a:t> </a:t>
            </a:r>
            <a:r>
              <a:rPr spc="65" dirty="0"/>
              <a:t>functions.</a:t>
            </a:r>
            <a:r>
              <a:rPr spc="150" dirty="0"/>
              <a:t> </a:t>
            </a:r>
            <a:r>
              <a:rPr dirty="0"/>
              <a:t>They</a:t>
            </a:r>
            <a:r>
              <a:rPr spc="170" dirty="0"/>
              <a:t> </a:t>
            </a:r>
            <a:r>
              <a:rPr spc="185" dirty="0"/>
              <a:t>can </a:t>
            </a:r>
            <a:r>
              <a:rPr spc="210" dirty="0"/>
              <a:t>be</a:t>
            </a:r>
            <a:r>
              <a:rPr spc="200" dirty="0"/>
              <a:t> </a:t>
            </a:r>
            <a:r>
              <a:rPr spc="70" dirty="0"/>
              <a:t>used</a:t>
            </a:r>
            <a:r>
              <a:rPr spc="215" dirty="0"/>
              <a:t> </a:t>
            </a:r>
            <a:r>
              <a:rPr spc="155" dirty="0"/>
              <a:t>to</a:t>
            </a:r>
            <a:r>
              <a:rPr spc="220" dirty="0"/>
              <a:t> </a:t>
            </a:r>
            <a:r>
              <a:rPr spc="250" dirty="0"/>
              <a:t>add</a:t>
            </a:r>
            <a:r>
              <a:rPr spc="220" dirty="0"/>
              <a:t> </a:t>
            </a:r>
            <a:r>
              <a:rPr spc="80" dirty="0"/>
              <a:t>extra</a:t>
            </a:r>
            <a:r>
              <a:rPr spc="225" dirty="0"/>
              <a:t> </a:t>
            </a:r>
            <a:r>
              <a:rPr spc="95" dirty="0"/>
              <a:t>functionality</a:t>
            </a:r>
            <a:r>
              <a:rPr spc="220" dirty="0"/>
              <a:t> </a:t>
            </a:r>
            <a:r>
              <a:rPr spc="155" dirty="0"/>
              <a:t>to</a:t>
            </a:r>
            <a:r>
              <a:rPr spc="210" dirty="0"/>
              <a:t> </a:t>
            </a:r>
            <a:r>
              <a:rPr dirty="0"/>
              <a:t>file</a:t>
            </a:r>
            <a:r>
              <a:rPr spc="225" dirty="0"/>
              <a:t> </a:t>
            </a:r>
            <a:r>
              <a:rPr spc="114" dirty="0"/>
              <a:t>handling</a:t>
            </a:r>
            <a:r>
              <a:rPr spc="210" dirty="0"/>
              <a:t> </a:t>
            </a:r>
            <a:r>
              <a:rPr spc="65" dirty="0"/>
              <a:t>functions,</a:t>
            </a:r>
            <a:r>
              <a:rPr spc="215" dirty="0"/>
              <a:t> </a:t>
            </a:r>
            <a:r>
              <a:rPr spc="60" dirty="0"/>
              <a:t>such</a:t>
            </a:r>
            <a:r>
              <a:rPr spc="220" dirty="0"/>
              <a:t> </a:t>
            </a:r>
            <a:r>
              <a:rPr dirty="0"/>
              <a:t>as</a:t>
            </a:r>
            <a:r>
              <a:rPr spc="220" dirty="0"/>
              <a:t> </a:t>
            </a:r>
            <a:r>
              <a:rPr spc="120" dirty="0"/>
              <a:t>logging</a:t>
            </a:r>
            <a:r>
              <a:rPr spc="225" dirty="0"/>
              <a:t> </a:t>
            </a:r>
            <a:r>
              <a:rPr spc="35" dirty="0"/>
              <a:t>or </a:t>
            </a:r>
            <a:r>
              <a:rPr dirty="0"/>
              <a:t>error</a:t>
            </a:r>
            <a:r>
              <a:rPr spc="145" dirty="0"/>
              <a:t> </a:t>
            </a:r>
            <a:r>
              <a:rPr spc="90" dirty="0"/>
              <a:t>handling.</a:t>
            </a:r>
          </a:p>
          <a:p>
            <a:pPr>
              <a:lnSpc>
                <a:spcPct val="100000"/>
              </a:lnSpc>
              <a:spcBef>
                <a:spcPts val="100"/>
              </a:spcBef>
              <a:buClr>
                <a:srgbClr val="E38312"/>
              </a:buClr>
              <a:buFont typeface="Wingdings"/>
              <a:buChar char=""/>
            </a:pPr>
            <a:endParaRPr spc="90" dirty="0"/>
          </a:p>
          <a:p>
            <a:pPr marL="104139" marR="5080" indent="-95885" algn="just">
              <a:lnSpc>
                <a:spcPct val="100000"/>
              </a:lnSpc>
              <a:buClr>
                <a:srgbClr val="E38312"/>
              </a:buClr>
              <a:buSzPct val="95000"/>
              <a:buFont typeface="Wingdings"/>
              <a:buChar char=""/>
              <a:tabLst>
                <a:tab pos="104139" algn="l"/>
                <a:tab pos="213360" algn="l"/>
              </a:tabLst>
            </a:pPr>
            <a:r>
              <a:rPr spc="90" dirty="0"/>
              <a:t>	Custom</a:t>
            </a:r>
            <a:r>
              <a:rPr spc="95" dirty="0"/>
              <a:t> </a:t>
            </a:r>
            <a:r>
              <a:rPr lang="vi-VN" spc="95" dirty="0"/>
              <a:t> </a:t>
            </a:r>
            <a:r>
              <a:rPr spc="110" dirty="0"/>
              <a:t>decorators</a:t>
            </a:r>
            <a:r>
              <a:rPr spc="100" dirty="0"/>
              <a:t>  </a:t>
            </a:r>
            <a:r>
              <a:rPr spc="210" dirty="0"/>
              <a:t>can</a:t>
            </a:r>
            <a:r>
              <a:rPr spc="100" dirty="0"/>
              <a:t>  </a:t>
            </a:r>
            <a:r>
              <a:rPr spc="210" dirty="0"/>
              <a:t>be</a:t>
            </a:r>
            <a:r>
              <a:rPr spc="95" dirty="0"/>
              <a:t>  </a:t>
            </a:r>
            <a:r>
              <a:rPr spc="110" dirty="0"/>
              <a:t>designed</a:t>
            </a:r>
            <a:r>
              <a:rPr spc="100" dirty="0"/>
              <a:t>  </a:t>
            </a:r>
            <a:r>
              <a:rPr spc="155" dirty="0"/>
              <a:t>to</a:t>
            </a:r>
            <a:r>
              <a:rPr spc="100" dirty="0"/>
              <a:t>  </a:t>
            </a:r>
            <a:r>
              <a:rPr spc="120" dirty="0"/>
              <a:t>provide</a:t>
            </a:r>
            <a:r>
              <a:rPr spc="100" dirty="0"/>
              <a:t>  </a:t>
            </a:r>
            <a:r>
              <a:rPr spc="70" dirty="0"/>
              <a:t>reusable</a:t>
            </a:r>
            <a:r>
              <a:rPr spc="100" dirty="0"/>
              <a:t>  </a:t>
            </a:r>
            <a:r>
              <a:rPr spc="95" dirty="0"/>
              <a:t>functionality</a:t>
            </a:r>
            <a:r>
              <a:rPr spc="100" dirty="0"/>
              <a:t>  </a:t>
            </a:r>
            <a:r>
              <a:rPr spc="40" dirty="0"/>
              <a:t>for </a:t>
            </a:r>
            <a:r>
              <a:rPr spc="80" dirty="0"/>
              <a:t>multiple</a:t>
            </a:r>
            <a:r>
              <a:rPr spc="25" dirty="0"/>
              <a:t> </a:t>
            </a:r>
            <a:r>
              <a:rPr dirty="0"/>
              <a:t>file</a:t>
            </a:r>
            <a:r>
              <a:rPr spc="15" dirty="0"/>
              <a:t> </a:t>
            </a:r>
            <a:r>
              <a:rPr spc="110" dirty="0"/>
              <a:t>handling</a:t>
            </a:r>
            <a:r>
              <a:rPr spc="55" dirty="0"/>
              <a:t> </a:t>
            </a:r>
            <a:r>
              <a:rPr spc="65" dirty="0"/>
              <a:t>functions,</a:t>
            </a:r>
            <a:r>
              <a:rPr spc="45" dirty="0"/>
              <a:t> </a:t>
            </a:r>
            <a:r>
              <a:rPr spc="125" dirty="0"/>
              <a:t>promoting</a:t>
            </a:r>
            <a:r>
              <a:rPr spc="50" dirty="0"/>
              <a:t> </a:t>
            </a:r>
            <a:r>
              <a:rPr spc="225" dirty="0"/>
              <a:t>code</a:t>
            </a:r>
            <a:r>
              <a:rPr spc="50" dirty="0"/>
              <a:t> </a:t>
            </a:r>
            <a:r>
              <a:rPr spc="95" dirty="0"/>
              <a:t>modularity</a:t>
            </a:r>
            <a:r>
              <a:rPr spc="35" dirty="0"/>
              <a:t> </a:t>
            </a:r>
            <a:r>
              <a:rPr spc="195" dirty="0"/>
              <a:t>and</a:t>
            </a:r>
            <a:r>
              <a:rPr spc="45" dirty="0"/>
              <a:t> </a:t>
            </a:r>
            <a:r>
              <a:rPr spc="75" dirty="0"/>
              <a:t>maintainability.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1975</Words>
  <Application>Microsoft Office PowerPoint</Application>
  <PresentationFormat>Widescreen</PresentationFormat>
  <Paragraphs>284</Paragraphs>
  <Slides>16</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MT</vt:lpstr>
      <vt:lpstr>Calibri</vt:lpstr>
      <vt:lpstr>Calibri Light</vt:lpstr>
      <vt:lpstr>Courier New</vt:lpstr>
      <vt:lpstr>Google Sans Code</vt:lpstr>
      <vt:lpstr>Times New Roman</vt:lpstr>
      <vt:lpstr>Wingdings</vt:lpstr>
      <vt:lpstr>Office Theme</vt:lpstr>
      <vt:lpstr>PowerPoint Presentation</vt:lpstr>
      <vt:lpstr>Objectives</vt:lpstr>
      <vt:lpstr>Introduction</vt:lpstr>
      <vt:lpstr>Benefits of Advanced File Handling Techniques</vt:lpstr>
      <vt:lpstr>Context Managers [1-2]</vt:lpstr>
      <vt:lpstr>Context Managers [2-2]</vt:lpstr>
      <vt:lpstr>Context Managers [2-2]</vt:lpstr>
      <vt:lpstr>Context Managers [2-2]</vt:lpstr>
      <vt:lpstr>Context Managers [2-2]</vt:lpstr>
      <vt:lpstr>Context Managers [2-2]</vt:lpstr>
      <vt:lpstr>Context Managers [2-2]</vt:lpstr>
      <vt:lpstr>Decorators</vt:lpstr>
      <vt:lpstr>Custom Decorators for File Handling</vt:lpstr>
      <vt:lpstr>with Statement</vt:lpstr>
      <vt:lpstr>Summary [1-2]</vt:lpstr>
      <vt:lpstr>Summary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hngo0</dc:creator>
  <cp:lastModifiedBy>hngo0</cp:lastModifiedBy>
  <cp:revision>5</cp:revision>
  <dcterms:created xsi:type="dcterms:W3CDTF">2025-07-26T02:35:14Z</dcterms:created>
  <dcterms:modified xsi:type="dcterms:W3CDTF">2025-07-26T05:49:33Z</dcterms:modified>
</cp:coreProperties>
</file>